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3" r:id="rId4"/>
  </p:sldMasterIdLst>
  <p:notesMasterIdLst>
    <p:notesMasterId r:id="rId21"/>
  </p:notesMasterIdLst>
  <p:sldIdLst>
    <p:sldId id="261" r:id="rId5"/>
    <p:sldId id="297" r:id="rId6"/>
    <p:sldId id="258" r:id="rId7"/>
    <p:sldId id="298" r:id="rId8"/>
    <p:sldId id="279" r:id="rId9"/>
    <p:sldId id="281" r:id="rId10"/>
    <p:sldId id="282" r:id="rId11"/>
    <p:sldId id="286" r:id="rId12"/>
    <p:sldId id="287" r:id="rId13"/>
    <p:sldId id="289" r:id="rId14"/>
    <p:sldId id="291" r:id="rId15"/>
    <p:sldId id="292" r:id="rId16"/>
    <p:sldId id="285" r:id="rId17"/>
    <p:sldId id="294" r:id="rId18"/>
    <p:sldId id="295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and Introduction" id="{73FDD849-C47E-4517-B07A-5EEA8DCD8594}">
          <p14:sldIdLst>
            <p14:sldId id="261"/>
          </p14:sldIdLst>
        </p14:section>
        <p14:section name="Presentation" id="{866A3E68-017F-4F94-A6C6-BFF303BC3121}">
          <p14:sldIdLst>
            <p14:sldId id="297"/>
            <p14:sldId id="258"/>
            <p14:sldId id="298"/>
            <p14:sldId id="279"/>
            <p14:sldId id="281"/>
            <p14:sldId id="282"/>
            <p14:sldId id="286"/>
            <p14:sldId id="287"/>
            <p14:sldId id="289"/>
            <p14:sldId id="291"/>
            <p14:sldId id="292"/>
            <p14:sldId id="285"/>
            <p14:sldId id="294"/>
            <p14:sldId id="295"/>
          </p14:sldIdLst>
        </p14:section>
        <p14:section name="Closing" id="{49CB15AC-FD56-4AAC-8B8A-68CF2CB85A39}">
          <p14:sldIdLst>
            <p14:sldId id="296"/>
          </p14:sldIdLst>
        </p14:section>
        <p14:section name="Example Slides" id="{D40DF97A-9355-449E-B0A8-867351E4EBAE}">
          <p14:sldIdLst/>
        </p14:section>
        <p14:section name="Icons" id="{BBADCF96-8ECB-4307-BCAA-FF25B7E299E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9E20B-78A2-4C0C-A566-80CA98C43DFE}" v="116" dt="2025-12-04T00:00:19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279" autoAdjust="0"/>
  </p:normalViewPr>
  <p:slideViewPr>
    <p:cSldViewPr snapToGrid="0">
      <p:cViewPr varScale="1">
        <p:scale>
          <a:sx n="78" d="100"/>
          <a:sy n="78" d="100"/>
        </p:scale>
        <p:origin x="9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A60CAC-894F-49B5-8D37-55EF959A560B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82DB2E0-7EB7-4A9A-8A0A-C45DA8CD207A}">
      <dgm:prSet/>
      <dgm:spPr/>
      <dgm:t>
        <a:bodyPr/>
        <a:lstStyle/>
        <a:p>
          <a:r>
            <a:rPr lang="en-US" b="1" dirty="0"/>
            <a:t>11:30 to 12:40	Lunch and Networking</a:t>
          </a:r>
        </a:p>
      </dgm:t>
    </dgm:pt>
    <dgm:pt modelId="{80557006-5068-449B-BB9C-9F2E4E49729D}" type="parTrans" cxnId="{AAE74204-ABDF-41FA-8EA9-6F30D026B0E1}">
      <dgm:prSet/>
      <dgm:spPr/>
      <dgm:t>
        <a:bodyPr/>
        <a:lstStyle/>
        <a:p>
          <a:endParaRPr lang="en-US"/>
        </a:p>
      </dgm:t>
    </dgm:pt>
    <dgm:pt modelId="{BD52A037-8043-4840-8880-6F400C07B8F6}" type="sibTrans" cxnId="{AAE74204-ABDF-41FA-8EA9-6F30D026B0E1}">
      <dgm:prSet/>
      <dgm:spPr/>
      <dgm:t>
        <a:bodyPr/>
        <a:lstStyle/>
        <a:p>
          <a:endParaRPr lang="en-US"/>
        </a:p>
      </dgm:t>
    </dgm:pt>
    <dgm:pt modelId="{A7447C2F-F2F6-41A4-9CC4-D36FC3B5AB9C}">
      <dgm:prSet/>
      <dgm:spPr/>
      <dgm:t>
        <a:bodyPr/>
        <a:lstStyle/>
        <a:p>
          <a:r>
            <a:rPr lang="en-US" dirty="0"/>
            <a:t>Grab lunch, meet the Recast team, and connect with fellow IT pros before the session begins.</a:t>
          </a:r>
        </a:p>
      </dgm:t>
    </dgm:pt>
    <dgm:pt modelId="{B7B6EB25-7283-4A65-A102-5AD7DE28B603}" type="parTrans" cxnId="{3E3D16E5-4BF9-452A-90D5-BDEFED41C777}">
      <dgm:prSet/>
      <dgm:spPr/>
      <dgm:t>
        <a:bodyPr/>
        <a:lstStyle/>
        <a:p>
          <a:endParaRPr lang="en-US"/>
        </a:p>
      </dgm:t>
    </dgm:pt>
    <dgm:pt modelId="{BE914B6C-3ECF-40E3-9B19-5AC52B5E06AA}" type="sibTrans" cxnId="{3E3D16E5-4BF9-452A-90D5-BDEFED41C777}">
      <dgm:prSet/>
      <dgm:spPr/>
      <dgm:t>
        <a:bodyPr/>
        <a:lstStyle/>
        <a:p>
          <a:endParaRPr lang="en-US"/>
        </a:p>
      </dgm:t>
    </dgm:pt>
    <dgm:pt modelId="{37FDF7D2-9FF9-4FF8-8A7E-E38DAE7C129D}">
      <dgm:prSet/>
      <dgm:spPr/>
      <dgm:t>
        <a:bodyPr/>
        <a:lstStyle/>
        <a:p>
          <a:r>
            <a:rPr lang="en-US" b="1" dirty="0"/>
            <a:t>12:40 to 1:30	PowerShell Tips, Tricks &amp; Debugging </a:t>
          </a:r>
        </a:p>
      </dgm:t>
    </dgm:pt>
    <dgm:pt modelId="{D2FC1D7F-FF91-42FE-BE4E-79CE6DBC9474}" type="parTrans" cxnId="{CE4DA298-6D79-48CC-ADB4-186F47BCD873}">
      <dgm:prSet/>
      <dgm:spPr/>
      <dgm:t>
        <a:bodyPr/>
        <a:lstStyle/>
        <a:p>
          <a:endParaRPr lang="en-US"/>
        </a:p>
      </dgm:t>
    </dgm:pt>
    <dgm:pt modelId="{ADA2538F-FCDE-41B6-94D8-DE8CBBAB33BE}" type="sibTrans" cxnId="{CE4DA298-6D79-48CC-ADB4-186F47BCD873}">
      <dgm:prSet/>
      <dgm:spPr/>
      <dgm:t>
        <a:bodyPr/>
        <a:lstStyle/>
        <a:p>
          <a:endParaRPr lang="en-US"/>
        </a:p>
      </dgm:t>
    </dgm:pt>
    <dgm:pt modelId="{E3B58610-D9BA-4E38-B63C-6B10A7EF5A8B}">
      <dgm:prSet/>
      <dgm:spPr/>
      <dgm:t>
        <a:bodyPr/>
        <a:lstStyle/>
        <a:p>
          <a:r>
            <a:rPr lang="en-US" dirty="0"/>
            <a:t>Hands-on demos and live discussions focused on scripts, shortcuts, and security workflows.</a:t>
          </a:r>
        </a:p>
      </dgm:t>
    </dgm:pt>
    <dgm:pt modelId="{5A2D7C92-12C5-4BAC-B179-D3C90D336B49}" type="parTrans" cxnId="{75788B25-403D-4E53-A165-AFDDCE2DA28F}">
      <dgm:prSet/>
      <dgm:spPr/>
      <dgm:t>
        <a:bodyPr/>
        <a:lstStyle/>
        <a:p>
          <a:endParaRPr lang="en-US"/>
        </a:p>
      </dgm:t>
    </dgm:pt>
    <dgm:pt modelId="{50F1D3F3-EA21-46D3-90BD-3A70D9C45F89}" type="sibTrans" cxnId="{75788B25-403D-4E53-A165-AFDDCE2DA28F}">
      <dgm:prSet/>
      <dgm:spPr/>
      <dgm:t>
        <a:bodyPr/>
        <a:lstStyle/>
        <a:p>
          <a:endParaRPr lang="en-US"/>
        </a:p>
      </dgm:t>
    </dgm:pt>
    <dgm:pt modelId="{A4919ADB-B7FC-4F44-8BB8-937AFB7B36AE}">
      <dgm:prSet/>
      <dgm:spPr/>
      <dgm:t>
        <a:bodyPr/>
        <a:lstStyle/>
        <a:p>
          <a:r>
            <a:rPr lang="en-US" b="1" dirty="0"/>
            <a:t>1:30 to 2:15	Roundtable Discussions </a:t>
          </a:r>
        </a:p>
      </dgm:t>
    </dgm:pt>
    <dgm:pt modelId="{4EC3D0CD-9995-4C19-9C79-B3530A29E786}" type="parTrans" cxnId="{0E277BED-677B-4107-9646-6850DD9927A8}">
      <dgm:prSet/>
      <dgm:spPr/>
      <dgm:t>
        <a:bodyPr/>
        <a:lstStyle/>
        <a:p>
          <a:endParaRPr lang="en-US"/>
        </a:p>
      </dgm:t>
    </dgm:pt>
    <dgm:pt modelId="{27CF19BA-E205-48A6-BE66-D40E31C2F256}" type="sibTrans" cxnId="{0E277BED-677B-4107-9646-6850DD9927A8}">
      <dgm:prSet/>
      <dgm:spPr/>
      <dgm:t>
        <a:bodyPr/>
        <a:lstStyle/>
        <a:p>
          <a:endParaRPr lang="en-US"/>
        </a:p>
      </dgm:t>
    </dgm:pt>
    <dgm:pt modelId="{F6F7F20E-172D-4062-A5AB-20208EDDBA38}">
      <dgm:prSet/>
      <dgm:spPr/>
      <dgm:t>
        <a:bodyPr/>
        <a:lstStyle/>
        <a:p>
          <a:r>
            <a:rPr lang="en-US" dirty="0"/>
            <a:t>Join small-group conversations on automation, patching, and modern management best practices.</a:t>
          </a:r>
        </a:p>
      </dgm:t>
    </dgm:pt>
    <dgm:pt modelId="{17BCF6E7-D0D7-428F-BC8F-7018BA30FB6A}" type="parTrans" cxnId="{DB097FAE-5696-4F12-872F-3D2907A12559}">
      <dgm:prSet/>
      <dgm:spPr/>
      <dgm:t>
        <a:bodyPr/>
        <a:lstStyle/>
        <a:p>
          <a:endParaRPr lang="en-US"/>
        </a:p>
      </dgm:t>
    </dgm:pt>
    <dgm:pt modelId="{D53DB46C-8FBA-46C2-A9FE-87D863F059AA}" type="sibTrans" cxnId="{DB097FAE-5696-4F12-872F-3D2907A12559}">
      <dgm:prSet/>
      <dgm:spPr/>
      <dgm:t>
        <a:bodyPr/>
        <a:lstStyle/>
        <a:p>
          <a:endParaRPr lang="en-US"/>
        </a:p>
      </dgm:t>
    </dgm:pt>
    <dgm:pt modelId="{6CA39041-721D-40DB-BE61-50A3612A274C}">
      <dgm:prSet/>
      <dgm:spPr/>
      <dgm:t>
        <a:bodyPr/>
        <a:lstStyle/>
        <a:p>
          <a:r>
            <a:rPr lang="en-US" b="1" dirty="0"/>
            <a:t>2:15 to 3:00	Open Q&amp;A and Wrap Up</a:t>
          </a:r>
        </a:p>
      </dgm:t>
    </dgm:pt>
    <dgm:pt modelId="{2BB82489-B3FC-4791-84F3-2822B0A1557C}" type="parTrans" cxnId="{BB0B1EEC-707B-4AE5-8050-5607AE48821F}">
      <dgm:prSet/>
      <dgm:spPr/>
      <dgm:t>
        <a:bodyPr/>
        <a:lstStyle/>
        <a:p>
          <a:endParaRPr lang="en-US"/>
        </a:p>
      </dgm:t>
    </dgm:pt>
    <dgm:pt modelId="{8F072928-4EF8-4E79-B209-6643E41EFBB1}" type="sibTrans" cxnId="{BB0B1EEC-707B-4AE5-8050-5607AE48821F}">
      <dgm:prSet/>
      <dgm:spPr/>
      <dgm:t>
        <a:bodyPr/>
        <a:lstStyle/>
        <a:p>
          <a:endParaRPr lang="en-US"/>
        </a:p>
      </dgm:t>
    </dgm:pt>
    <dgm:pt modelId="{2AFD8175-E64D-4046-9B92-C5E0EDEBEC31}">
      <dgm:prSet/>
      <dgm:spPr/>
      <dgm:t>
        <a:bodyPr/>
        <a:lstStyle/>
        <a:p>
          <a:r>
            <a:rPr lang="en-US" dirty="0"/>
            <a:t>Informal, social time. Snacks and beverages provided.</a:t>
          </a:r>
        </a:p>
      </dgm:t>
    </dgm:pt>
    <dgm:pt modelId="{29A5F099-2BD5-4F60-8A08-72C4E7D3F13F}" type="parTrans" cxnId="{D62900D6-15FF-477C-8E15-24D60A8253C2}">
      <dgm:prSet/>
      <dgm:spPr/>
      <dgm:t>
        <a:bodyPr/>
        <a:lstStyle/>
        <a:p>
          <a:endParaRPr lang="en-US"/>
        </a:p>
      </dgm:t>
    </dgm:pt>
    <dgm:pt modelId="{6EABA0C2-67BD-47C1-9229-D97AD408641A}" type="sibTrans" cxnId="{D62900D6-15FF-477C-8E15-24D60A8253C2}">
      <dgm:prSet/>
      <dgm:spPr/>
      <dgm:t>
        <a:bodyPr/>
        <a:lstStyle/>
        <a:p>
          <a:endParaRPr lang="en-US"/>
        </a:p>
      </dgm:t>
    </dgm:pt>
    <dgm:pt modelId="{39BF8F9F-57F4-448C-9A1E-1552BD0AF340}" type="pres">
      <dgm:prSet presAssocID="{D1A60CAC-894F-49B5-8D37-55EF959A560B}" presName="linear" presStyleCnt="0">
        <dgm:presLayoutVars>
          <dgm:animLvl val="lvl"/>
          <dgm:resizeHandles val="exact"/>
        </dgm:presLayoutVars>
      </dgm:prSet>
      <dgm:spPr/>
    </dgm:pt>
    <dgm:pt modelId="{4E4E3296-4C84-4510-B399-3624266D5AA2}" type="pres">
      <dgm:prSet presAssocID="{A82DB2E0-7EB7-4A9A-8A0A-C45DA8CD207A}" presName="parentText" presStyleLbl="node1" presStyleIdx="0" presStyleCnt="8" custLinFactNeighborX="-11868" custLinFactNeighborY="44375">
        <dgm:presLayoutVars>
          <dgm:chMax val="0"/>
          <dgm:bulletEnabled val="1"/>
        </dgm:presLayoutVars>
      </dgm:prSet>
      <dgm:spPr/>
    </dgm:pt>
    <dgm:pt modelId="{D8624E91-1A76-417A-8BE3-98359F9F5426}" type="pres">
      <dgm:prSet presAssocID="{BD52A037-8043-4840-8880-6F400C07B8F6}" presName="spacer" presStyleCnt="0"/>
      <dgm:spPr/>
    </dgm:pt>
    <dgm:pt modelId="{F4ECD5BC-8B4E-4831-A43B-80A805DD3D64}" type="pres">
      <dgm:prSet presAssocID="{A7447C2F-F2F6-41A4-9CC4-D36FC3B5AB9C}" presName="parentText" presStyleLbl="node1" presStyleIdx="1" presStyleCnt="8" custScaleX="79081">
        <dgm:presLayoutVars>
          <dgm:chMax val="0"/>
          <dgm:bulletEnabled val="1"/>
        </dgm:presLayoutVars>
      </dgm:prSet>
      <dgm:spPr/>
    </dgm:pt>
    <dgm:pt modelId="{F37C8863-0A2C-4CA1-A16A-E0162B0AF306}" type="pres">
      <dgm:prSet presAssocID="{BE914B6C-3ECF-40E3-9B19-5AC52B5E06AA}" presName="spacer" presStyleCnt="0"/>
      <dgm:spPr/>
    </dgm:pt>
    <dgm:pt modelId="{47A4EAF1-55FE-4814-8371-71B068FF8561}" type="pres">
      <dgm:prSet presAssocID="{37FDF7D2-9FF9-4FF8-8A7E-E38DAE7C129D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369D84B-5427-4025-A2AF-89E58649A9A2}" type="pres">
      <dgm:prSet presAssocID="{ADA2538F-FCDE-41B6-94D8-DE8CBBAB33BE}" presName="spacer" presStyleCnt="0"/>
      <dgm:spPr/>
    </dgm:pt>
    <dgm:pt modelId="{0CC95921-54A4-4127-BEFA-18CE5CA6234B}" type="pres">
      <dgm:prSet presAssocID="{E3B58610-D9BA-4E38-B63C-6B10A7EF5A8B}" presName="parentText" presStyleLbl="node1" presStyleIdx="3" presStyleCnt="8" custScaleX="78753">
        <dgm:presLayoutVars>
          <dgm:chMax val="0"/>
          <dgm:bulletEnabled val="1"/>
        </dgm:presLayoutVars>
      </dgm:prSet>
      <dgm:spPr/>
    </dgm:pt>
    <dgm:pt modelId="{D77DD281-D21F-48F7-B951-C57F99B50CD2}" type="pres">
      <dgm:prSet presAssocID="{50F1D3F3-EA21-46D3-90BD-3A70D9C45F89}" presName="spacer" presStyleCnt="0"/>
      <dgm:spPr/>
    </dgm:pt>
    <dgm:pt modelId="{DCA611B7-9BF4-43C2-9C59-9DA3F5778609}" type="pres">
      <dgm:prSet presAssocID="{A4919ADB-B7FC-4F44-8BB8-937AFB7B36AE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839382A-3572-4C1B-ADDD-D671F4C37393}" type="pres">
      <dgm:prSet presAssocID="{27CF19BA-E205-48A6-BE66-D40E31C2F256}" presName="spacer" presStyleCnt="0"/>
      <dgm:spPr/>
    </dgm:pt>
    <dgm:pt modelId="{481572FE-593C-4261-BCC7-834563E334F6}" type="pres">
      <dgm:prSet presAssocID="{F6F7F20E-172D-4062-A5AB-20208EDDBA38}" presName="parentText" presStyleLbl="node1" presStyleIdx="5" presStyleCnt="8" custScaleX="78534">
        <dgm:presLayoutVars>
          <dgm:chMax val="0"/>
          <dgm:bulletEnabled val="1"/>
        </dgm:presLayoutVars>
      </dgm:prSet>
      <dgm:spPr/>
    </dgm:pt>
    <dgm:pt modelId="{E7374402-88F7-4F62-8ABC-1B38F059EF8E}" type="pres">
      <dgm:prSet presAssocID="{D53DB46C-8FBA-46C2-A9FE-87D863F059AA}" presName="spacer" presStyleCnt="0"/>
      <dgm:spPr/>
    </dgm:pt>
    <dgm:pt modelId="{3CE22FF9-DC8C-4FD2-91D7-145F01BEB05C}" type="pres">
      <dgm:prSet presAssocID="{6CA39041-721D-40DB-BE61-50A3612A274C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5F160D0-4190-4569-989A-EF441C2A394A}" type="pres">
      <dgm:prSet presAssocID="{8F072928-4EF8-4E79-B209-6643E41EFBB1}" presName="spacer" presStyleCnt="0"/>
      <dgm:spPr/>
    </dgm:pt>
    <dgm:pt modelId="{415D0750-02E6-4FC6-92B3-FB131CADE80A}" type="pres">
      <dgm:prSet presAssocID="{2AFD8175-E64D-4046-9B92-C5E0EDEBEC31}" presName="parentText" presStyleLbl="node1" presStyleIdx="7" presStyleCnt="8" custScaleX="77878">
        <dgm:presLayoutVars>
          <dgm:chMax val="0"/>
          <dgm:bulletEnabled val="1"/>
        </dgm:presLayoutVars>
      </dgm:prSet>
      <dgm:spPr/>
    </dgm:pt>
  </dgm:ptLst>
  <dgm:cxnLst>
    <dgm:cxn modelId="{AAE74204-ABDF-41FA-8EA9-6F30D026B0E1}" srcId="{D1A60CAC-894F-49B5-8D37-55EF959A560B}" destId="{A82DB2E0-7EB7-4A9A-8A0A-C45DA8CD207A}" srcOrd="0" destOrd="0" parTransId="{80557006-5068-449B-BB9C-9F2E4E49729D}" sibTransId="{BD52A037-8043-4840-8880-6F400C07B8F6}"/>
    <dgm:cxn modelId="{1819A322-738E-42F9-AAED-BB6078FF27BA}" type="presOf" srcId="{A7447C2F-F2F6-41A4-9CC4-D36FC3B5AB9C}" destId="{F4ECD5BC-8B4E-4831-A43B-80A805DD3D64}" srcOrd="0" destOrd="0" presId="urn:microsoft.com/office/officeart/2005/8/layout/vList2"/>
    <dgm:cxn modelId="{75788B25-403D-4E53-A165-AFDDCE2DA28F}" srcId="{D1A60CAC-894F-49B5-8D37-55EF959A560B}" destId="{E3B58610-D9BA-4E38-B63C-6B10A7EF5A8B}" srcOrd="3" destOrd="0" parTransId="{5A2D7C92-12C5-4BAC-B179-D3C90D336B49}" sibTransId="{50F1D3F3-EA21-46D3-90BD-3A70D9C45F89}"/>
    <dgm:cxn modelId="{4A19242A-98DC-4B61-9EC8-0C528C0756AB}" type="presOf" srcId="{F6F7F20E-172D-4062-A5AB-20208EDDBA38}" destId="{481572FE-593C-4261-BCC7-834563E334F6}" srcOrd="0" destOrd="0" presId="urn:microsoft.com/office/officeart/2005/8/layout/vList2"/>
    <dgm:cxn modelId="{A1041E3F-6409-419A-AE35-F5F305942715}" type="presOf" srcId="{6CA39041-721D-40DB-BE61-50A3612A274C}" destId="{3CE22FF9-DC8C-4FD2-91D7-145F01BEB05C}" srcOrd="0" destOrd="0" presId="urn:microsoft.com/office/officeart/2005/8/layout/vList2"/>
    <dgm:cxn modelId="{C07C9F3F-5D6D-4838-B27D-F1C264EB5307}" type="presOf" srcId="{2AFD8175-E64D-4046-9B92-C5E0EDEBEC31}" destId="{415D0750-02E6-4FC6-92B3-FB131CADE80A}" srcOrd="0" destOrd="0" presId="urn:microsoft.com/office/officeart/2005/8/layout/vList2"/>
    <dgm:cxn modelId="{00932540-E433-4D79-A44C-74E98B6D6540}" type="presOf" srcId="{37FDF7D2-9FF9-4FF8-8A7E-E38DAE7C129D}" destId="{47A4EAF1-55FE-4814-8371-71B068FF8561}" srcOrd="0" destOrd="0" presId="urn:microsoft.com/office/officeart/2005/8/layout/vList2"/>
    <dgm:cxn modelId="{29E22341-5783-41E4-BD04-5601B94C77D2}" type="presOf" srcId="{D1A60CAC-894F-49B5-8D37-55EF959A560B}" destId="{39BF8F9F-57F4-448C-9A1E-1552BD0AF340}" srcOrd="0" destOrd="0" presId="urn:microsoft.com/office/officeart/2005/8/layout/vList2"/>
    <dgm:cxn modelId="{1C2F9471-A28C-41F3-8CFE-A9DB79368E3A}" type="presOf" srcId="{A82DB2E0-7EB7-4A9A-8A0A-C45DA8CD207A}" destId="{4E4E3296-4C84-4510-B399-3624266D5AA2}" srcOrd="0" destOrd="0" presId="urn:microsoft.com/office/officeart/2005/8/layout/vList2"/>
    <dgm:cxn modelId="{90F51E58-5C1B-4703-82A8-95D77C0EB1E2}" type="presOf" srcId="{A4919ADB-B7FC-4F44-8BB8-937AFB7B36AE}" destId="{DCA611B7-9BF4-43C2-9C59-9DA3F5778609}" srcOrd="0" destOrd="0" presId="urn:microsoft.com/office/officeart/2005/8/layout/vList2"/>
    <dgm:cxn modelId="{CE4DA298-6D79-48CC-ADB4-186F47BCD873}" srcId="{D1A60CAC-894F-49B5-8D37-55EF959A560B}" destId="{37FDF7D2-9FF9-4FF8-8A7E-E38DAE7C129D}" srcOrd="2" destOrd="0" parTransId="{D2FC1D7F-FF91-42FE-BE4E-79CE6DBC9474}" sibTransId="{ADA2538F-FCDE-41B6-94D8-DE8CBBAB33BE}"/>
    <dgm:cxn modelId="{DB097FAE-5696-4F12-872F-3D2907A12559}" srcId="{D1A60CAC-894F-49B5-8D37-55EF959A560B}" destId="{F6F7F20E-172D-4062-A5AB-20208EDDBA38}" srcOrd="5" destOrd="0" parTransId="{17BCF6E7-D0D7-428F-BC8F-7018BA30FB6A}" sibTransId="{D53DB46C-8FBA-46C2-A9FE-87D863F059AA}"/>
    <dgm:cxn modelId="{D62900D6-15FF-477C-8E15-24D60A8253C2}" srcId="{D1A60CAC-894F-49B5-8D37-55EF959A560B}" destId="{2AFD8175-E64D-4046-9B92-C5E0EDEBEC31}" srcOrd="7" destOrd="0" parTransId="{29A5F099-2BD5-4F60-8A08-72C4E7D3F13F}" sibTransId="{6EABA0C2-67BD-47C1-9229-D97AD408641A}"/>
    <dgm:cxn modelId="{B7EBF1DB-6257-4AA7-892E-EDDC376A74AD}" type="presOf" srcId="{E3B58610-D9BA-4E38-B63C-6B10A7EF5A8B}" destId="{0CC95921-54A4-4127-BEFA-18CE5CA6234B}" srcOrd="0" destOrd="0" presId="urn:microsoft.com/office/officeart/2005/8/layout/vList2"/>
    <dgm:cxn modelId="{3E3D16E5-4BF9-452A-90D5-BDEFED41C777}" srcId="{D1A60CAC-894F-49B5-8D37-55EF959A560B}" destId="{A7447C2F-F2F6-41A4-9CC4-D36FC3B5AB9C}" srcOrd="1" destOrd="0" parTransId="{B7B6EB25-7283-4A65-A102-5AD7DE28B603}" sibTransId="{BE914B6C-3ECF-40E3-9B19-5AC52B5E06AA}"/>
    <dgm:cxn modelId="{BB0B1EEC-707B-4AE5-8050-5607AE48821F}" srcId="{D1A60CAC-894F-49B5-8D37-55EF959A560B}" destId="{6CA39041-721D-40DB-BE61-50A3612A274C}" srcOrd="6" destOrd="0" parTransId="{2BB82489-B3FC-4791-84F3-2822B0A1557C}" sibTransId="{8F072928-4EF8-4E79-B209-6643E41EFBB1}"/>
    <dgm:cxn modelId="{0E277BED-677B-4107-9646-6850DD9927A8}" srcId="{D1A60CAC-894F-49B5-8D37-55EF959A560B}" destId="{A4919ADB-B7FC-4F44-8BB8-937AFB7B36AE}" srcOrd="4" destOrd="0" parTransId="{4EC3D0CD-9995-4C19-9C79-B3530A29E786}" sibTransId="{27CF19BA-E205-48A6-BE66-D40E31C2F256}"/>
    <dgm:cxn modelId="{8F50B9D8-0C5F-4195-92FC-F35BDBFC5A83}" type="presParOf" srcId="{39BF8F9F-57F4-448C-9A1E-1552BD0AF340}" destId="{4E4E3296-4C84-4510-B399-3624266D5AA2}" srcOrd="0" destOrd="0" presId="urn:microsoft.com/office/officeart/2005/8/layout/vList2"/>
    <dgm:cxn modelId="{71C87C4C-E270-45D1-9DA6-7E70A1FD57DF}" type="presParOf" srcId="{39BF8F9F-57F4-448C-9A1E-1552BD0AF340}" destId="{D8624E91-1A76-417A-8BE3-98359F9F5426}" srcOrd="1" destOrd="0" presId="urn:microsoft.com/office/officeart/2005/8/layout/vList2"/>
    <dgm:cxn modelId="{A2A56AA2-7B4A-411A-91D8-D28FF48A8CC9}" type="presParOf" srcId="{39BF8F9F-57F4-448C-9A1E-1552BD0AF340}" destId="{F4ECD5BC-8B4E-4831-A43B-80A805DD3D64}" srcOrd="2" destOrd="0" presId="urn:microsoft.com/office/officeart/2005/8/layout/vList2"/>
    <dgm:cxn modelId="{DBF7207C-B90A-498E-A10A-0DF617518D84}" type="presParOf" srcId="{39BF8F9F-57F4-448C-9A1E-1552BD0AF340}" destId="{F37C8863-0A2C-4CA1-A16A-E0162B0AF306}" srcOrd="3" destOrd="0" presId="urn:microsoft.com/office/officeart/2005/8/layout/vList2"/>
    <dgm:cxn modelId="{90759A7F-DAC6-45C4-8F25-74CCAD0BB5FF}" type="presParOf" srcId="{39BF8F9F-57F4-448C-9A1E-1552BD0AF340}" destId="{47A4EAF1-55FE-4814-8371-71B068FF8561}" srcOrd="4" destOrd="0" presId="urn:microsoft.com/office/officeart/2005/8/layout/vList2"/>
    <dgm:cxn modelId="{009AD632-2CE6-4A24-8CFC-471745EBC7B0}" type="presParOf" srcId="{39BF8F9F-57F4-448C-9A1E-1552BD0AF340}" destId="{E369D84B-5427-4025-A2AF-89E58649A9A2}" srcOrd="5" destOrd="0" presId="urn:microsoft.com/office/officeart/2005/8/layout/vList2"/>
    <dgm:cxn modelId="{BE15D0EB-4AE8-433A-9754-AF6156DA041A}" type="presParOf" srcId="{39BF8F9F-57F4-448C-9A1E-1552BD0AF340}" destId="{0CC95921-54A4-4127-BEFA-18CE5CA6234B}" srcOrd="6" destOrd="0" presId="urn:microsoft.com/office/officeart/2005/8/layout/vList2"/>
    <dgm:cxn modelId="{871F9145-E637-4318-88CD-B186F855FCEC}" type="presParOf" srcId="{39BF8F9F-57F4-448C-9A1E-1552BD0AF340}" destId="{D77DD281-D21F-48F7-B951-C57F99B50CD2}" srcOrd="7" destOrd="0" presId="urn:microsoft.com/office/officeart/2005/8/layout/vList2"/>
    <dgm:cxn modelId="{0E61813E-B23D-4DC5-99AF-5DB3F124FFC5}" type="presParOf" srcId="{39BF8F9F-57F4-448C-9A1E-1552BD0AF340}" destId="{DCA611B7-9BF4-43C2-9C59-9DA3F5778609}" srcOrd="8" destOrd="0" presId="urn:microsoft.com/office/officeart/2005/8/layout/vList2"/>
    <dgm:cxn modelId="{249C0562-43B4-4667-A5B0-20CC27719D8B}" type="presParOf" srcId="{39BF8F9F-57F4-448C-9A1E-1552BD0AF340}" destId="{6839382A-3572-4C1B-ADDD-D671F4C37393}" srcOrd="9" destOrd="0" presId="urn:microsoft.com/office/officeart/2005/8/layout/vList2"/>
    <dgm:cxn modelId="{F7642136-E7D0-4698-B8D0-DB7B677545FA}" type="presParOf" srcId="{39BF8F9F-57F4-448C-9A1E-1552BD0AF340}" destId="{481572FE-593C-4261-BCC7-834563E334F6}" srcOrd="10" destOrd="0" presId="urn:microsoft.com/office/officeart/2005/8/layout/vList2"/>
    <dgm:cxn modelId="{BED451C6-73A2-4369-A1F1-496D4AE9E2CD}" type="presParOf" srcId="{39BF8F9F-57F4-448C-9A1E-1552BD0AF340}" destId="{E7374402-88F7-4F62-8ABC-1B38F059EF8E}" srcOrd="11" destOrd="0" presId="urn:microsoft.com/office/officeart/2005/8/layout/vList2"/>
    <dgm:cxn modelId="{91C3FE96-A5A1-410E-86CB-02576E325AAE}" type="presParOf" srcId="{39BF8F9F-57F4-448C-9A1E-1552BD0AF340}" destId="{3CE22FF9-DC8C-4FD2-91D7-145F01BEB05C}" srcOrd="12" destOrd="0" presId="urn:microsoft.com/office/officeart/2005/8/layout/vList2"/>
    <dgm:cxn modelId="{327E81B6-4C56-4E10-9B1F-245B2520DC32}" type="presParOf" srcId="{39BF8F9F-57F4-448C-9A1E-1552BD0AF340}" destId="{C5F160D0-4190-4569-989A-EF441C2A394A}" srcOrd="13" destOrd="0" presId="urn:microsoft.com/office/officeart/2005/8/layout/vList2"/>
    <dgm:cxn modelId="{1E82F8E9-E81A-48DC-BFDA-95BC799967D5}" type="presParOf" srcId="{39BF8F9F-57F4-448C-9A1E-1552BD0AF340}" destId="{415D0750-02E6-4FC6-92B3-FB131CADE80A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A60CAC-894F-49B5-8D37-55EF959A560B}" type="doc">
      <dgm:prSet loTypeId="urn:microsoft.com/office/officeart/2005/8/layout/default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6D78E1E-3729-4D18-AEAA-8E59972B3432}">
      <dgm:prSet/>
      <dgm:spPr/>
      <dgm:t>
        <a:bodyPr/>
        <a:lstStyle/>
        <a:p>
          <a:r>
            <a:rPr lang="en-US" b="0"/>
            <a:t>What is Code Debugging?</a:t>
          </a:r>
          <a:endParaRPr lang="en-US"/>
        </a:p>
      </dgm:t>
    </dgm:pt>
    <dgm:pt modelId="{B17FC5DE-3F42-4185-8567-9C58F3549B83}" type="parTrans" cxnId="{42B18BF4-A8DA-41C3-92A0-1ED85BFC43ED}">
      <dgm:prSet/>
      <dgm:spPr/>
      <dgm:t>
        <a:bodyPr/>
        <a:lstStyle/>
        <a:p>
          <a:endParaRPr lang="en-US"/>
        </a:p>
      </dgm:t>
    </dgm:pt>
    <dgm:pt modelId="{D4D12A5D-AF74-438B-BEEE-3328AF209917}" type="sibTrans" cxnId="{42B18BF4-A8DA-41C3-92A0-1ED85BFC43ED}">
      <dgm:prSet/>
      <dgm:spPr/>
      <dgm:t>
        <a:bodyPr/>
        <a:lstStyle/>
        <a:p>
          <a:endParaRPr lang="en-US"/>
        </a:p>
      </dgm:t>
    </dgm:pt>
    <dgm:pt modelId="{AE2BD1F8-B81C-417E-B72E-9738E27A9731}">
      <dgm:prSet/>
      <dgm:spPr/>
      <dgm:t>
        <a:bodyPr/>
        <a:lstStyle/>
        <a:p>
          <a:r>
            <a:rPr lang="en-US" b="0"/>
            <a:t>Tips for logging and tracing</a:t>
          </a:r>
          <a:endParaRPr lang="en-US"/>
        </a:p>
      </dgm:t>
    </dgm:pt>
    <dgm:pt modelId="{3D333E56-995E-4A97-874A-F7F3C7E19A49}" type="parTrans" cxnId="{45116432-EDDB-42D0-A25F-2474A4F3DB61}">
      <dgm:prSet/>
      <dgm:spPr/>
      <dgm:t>
        <a:bodyPr/>
        <a:lstStyle/>
        <a:p>
          <a:endParaRPr lang="en-US"/>
        </a:p>
      </dgm:t>
    </dgm:pt>
    <dgm:pt modelId="{B13B341D-3A90-4D36-AA26-96B8AEA8C581}" type="sibTrans" cxnId="{45116432-EDDB-42D0-A25F-2474A4F3DB61}">
      <dgm:prSet/>
      <dgm:spPr/>
      <dgm:t>
        <a:bodyPr/>
        <a:lstStyle/>
        <a:p>
          <a:endParaRPr lang="en-US"/>
        </a:p>
      </dgm:t>
    </dgm:pt>
    <dgm:pt modelId="{6C48A914-D17B-47FF-BBB8-1E2B2DA93875}">
      <dgm:prSet/>
      <dgm:spPr/>
      <dgm:t>
        <a:bodyPr/>
        <a:lstStyle/>
        <a:p>
          <a:r>
            <a:rPr lang="en-US" b="0"/>
            <a:t>Why use the debugger?</a:t>
          </a:r>
          <a:endParaRPr lang="en-US"/>
        </a:p>
      </dgm:t>
    </dgm:pt>
    <dgm:pt modelId="{B981B045-C0DE-4FE8-94D2-ADD485E8CD9F}" type="parTrans" cxnId="{2CF923C6-B752-4AA5-8E86-587E51AE5A6D}">
      <dgm:prSet/>
      <dgm:spPr/>
      <dgm:t>
        <a:bodyPr/>
        <a:lstStyle/>
        <a:p>
          <a:endParaRPr lang="en-US"/>
        </a:p>
      </dgm:t>
    </dgm:pt>
    <dgm:pt modelId="{7D395303-3BE8-454F-A98E-82A20F56412B}" type="sibTrans" cxnId="{2CF923C6-B752-4AA5-8E86-587E51AE5A6D}">
      <dgm:prSet/>
      <dgm:spPr/>
      <dgm:t>
        <a:bodyPr/>
        <a:lstStyle/>
        <a:p>
          <a:endParaRPr lang="en-US"/>
        </a:p>
      </dgm:t>
    </dgm:pt>
    <dgm:pt modelId="{D702999A-6B71-44F1-B784-C875CD965C1A}">
      <dgm:prSet/>
      <dgm:spPr/>
      <dgm:t>
        <a:bodyPr/>
        <a:lstStyle/>
        <a:p>
          <a:r>
            <a:rPr lang="en-US" b="0"/>
            <a:t>Using the debugger</a:t>
          </a:r>
          <a:endParaRPr lang="en-US"/>
        </a:p>
      </dgm:t>
    </dgm:pt>
    <dgm:pt modelId="{11F9A1BF-6BBC-4712-A5B6-93452BD36732}" type="parTrans" cxnId="{3D2287B0-38FB-4824-AFF7-15130EA8F0F1}">
      <dgm:prSet/>
      <dgm:spPr/>
      <dgm:t>
        <a:bodyPr/>
        <a:lstStyle/>
        <a:p>
          <a:endParaRPr lang="en-US"/>
        </a:p>
      </dgm:t>
    </dgm:pt>
    <dgm:pt modelId="{C5C776C6-C9CC-4FF4-B31A-EE89FBE1A7CB}" type="sibTrans" cxnId="{3D2287B0-38FB-4824-AFF7-15130EA8F0F1}">
      <dgm:prSet/>
      <dgm:spPr/>
      <dgm:t>
        <a:bodyPr/>
        <a:lstStyle/>
        <a:p>
          <a:endParaRPr lang="en-US"/>
        </a:p>
      </dgm:t>
    </dgm:pt>
    <dgm:pt modelId="{20F187FB-C381-4592-A508-D76EAD63E694}">
      <dgm:prSet/>
      <dgm:spPr/>
      <dgm:t>
        <a:bodyPr/>
        <a:lstStyle/>
        <a:p>
          <a:r>
            <a:rPr lang="en-US" b="0"/>
            <a:t>ISE</a:t>
          </a:r>
          <a:endParaRPr lang="en-US"/>
        </a:p>
      </dgm:t>
    </dgm:pt>
    <dgm:pt modelId="{D173F711-F09C-45C2-B3F1-90C81CE9D5FB}" type="parTrans" cxnId="{FF8EF24C-7DDD-4FE5-AD2F-1DFCFD403141}">
      <dgm:prSet/>
      <dgm:spPr/>
      <dgm:t>
        <a:bodyPr/>
        <a:lstStyle/>
        <a:p>
          <a:endParaRPr lang="en-US"/>
        </a:p>
      </dgm:t>
    </dgm:pt>
    <dgm:pt modelId="{D6869247-EDE2-4B24-9EC3-8E7D9136C801}" type="sibTrans" cxnId="{FF8EF24C-7DDD-4FE5-AD2F-1DFCFD403141}">
      <dgm:prSet/>
      <dgm:spPr/>
      <dgm:t>
        <a:bodyPr/>
        <a:lstStyle/>
        <a:p>
          <a:endParaRPr lang="en-US"/>
        </a:p>
      </dgm:t>
    </dgm:pt>
    <dgm:pt modelId="{5D5D36CF-4026-40CB-A0B0-FB40E1558E9D}">
      <dgm:prSet/>
      <dgm:spPr/>
      <dgm:t>
        <a:bodyPr/>
        <a:lstStyle/>
        <a:p>
          <a:r>
            <a:rPr lang="en-US" b="0"/>
            <a:t>VSCode</a:t>
          </a:r>
          <a:endParaRPr lang="en-US"/>
        </a:p>
      </dgm:t>
    </dgm:pt>
    <dgm:pt modelId="{3154241D-40A6-41C3-BFB9-98062EFEBCC5}" type="parTrans" cxnId="{C39DE817-1DE6-4CF9-B76C-7E659FAF92E9}">
      <dgm:prSet/>
      <dgm:spPr/>
      <dgm:t>
        <a:bodyPr/>
        <a:lstStyle/>
        <a:p>
          <a:endParaRPr lang="en-US"/>
        </a:p>
      </dgm:t>
    </dgm:pt>
    <dgm:pt modelId="{22B442EF-CC69-4DDA-BE05-A3457A548903}" type="sibTrans" cxnId="{C39DE817-1DE6-4CF9-B76C-7E659FAF92E9}">
      <dgm:prSet/>
      <dgm:spPr/>
      <dgm:t>
        <a:bodyPr/>
        <a:lstStyle/>
        <a:p>
          <a:endParaRPr lang="en-US"/>
        </a:p>
      </dgm:t>
    </dgm:pt>
    <dgm:pt modelId="{D11CE1AE-99BD-46C6-AFC2-636C3CECE894}">
      <dgm:prSet/>
      <dgm:spPr/>
      <dgm:t>
        <a:bodyPr/>
        <a:lstStyle/>
        <a:p>
          <a:r>
            <a:rPr lang="en-US" b="0"/>
            <a:t>CommandLine</a:t>
          </a:r>
          <a:endParaRPr lang="en-US"/>
        </a:p>
      </dgm:t>
    </dgm:pt>
    <dgm:pt modelId="{9B9E8F76-D094-4815-A680-CF354DBF1313}" type="parTrans" cxnId="{A4FC4A64-A065-41F0-AE00-E8D6AFA51ABC}">
      <dgm:prSet/>
      <dgm:spPr/>
      <dgm:t>
        <a:bodyPr/>
        <a:lstStyle/>
        <a:p>
          <a:endParaRPr lang="en-US"/>
        </a:p>
      </dgm:t>
    </dgm:pt>
    <dgm:pt modelId="{106EB0C7-0418-45E7-9BC2-FDCAEB1395F5}" type="sibTrans" cxnId="{A4FC4A64-A065-41F0-AE00-E8D6AFA51ABC}">
      <dgm:prSet/>
      <dgm:spPr/>
      <dgm:t>
        <a:bodyPr/>
        <a:lstStyle/>
        <a:p>
          <a:endParaRPr lang="en-US"/>
        </a:p>
      </dgm:t>
    </dgm:pt>
    <dgm:pt modelId="{AEBB1E58-8E49-4E82-B6D3-760AE68D7A29}">
      <dgm:prSet/>
      <dgm:spPr/>
      <dgm:t>
        <a:bodyPr/>
        <a:lstStyle/>
        <a:p>
          <a:r>
            <a:rPr lang="en-US" b="0"/>
            <a:t>Tips and tricks with debugging</a:t>
          </a:r>
          <a:endParaRPr lang="en-US"/>
        </a:p>
      </dgm:t>
    </dgm:pt>
    <dgm:pt modelId="{9BD35588-F5C8-4CDC-8FB2-677846284AB6}" type="parTrans" cxnId="{499992D4-72BA-4AD5-B0F4-2538341704EF}">
      <dgm:prSet/>
      <dgm:spPr/>
      <dgm:t>
        <a:bodyPr/>
        <a:lstStyle/>
        <a:p>
          <a:endParaRPr lang="en-US"/>
        </a:p>
      </dgm:t>
    </dgm:pt>
    <dgm:pt modelId="{BEF9F565-642D-440B-BBB9-5AD57C3292B2}" type="sibTrans" cxnId="{499992D4-72BA-4AD5-B0F4-2538341704EF}">
      <dgm:prSet/>
      <dgm:spPr/>
      <dgm:t>
        <a:bodyPr/>
        <a:lstStyle/>
        <a:p>
          <a:endParaRPr lang="en-US"/>
        </a:p>
      </dgm:t>
    </dgm:pt>
    <dgm:pt modelId="{68FFB3A0-7440-498D-80D3-08349A678E7D}">
      <dgm:prSet/>
      <dgm:spPr/>
      <dgm:t>
        <a:bodyPr/>
        <a:lstStyle/>
        <a:p>
          <a:r>
            <a:rPr lang="en-US" b="0"/>
            <a:t>Remote debugging</a:t>
          </a:r>
          <a:endParaRPr lang="en-US"/>
        </a:p>
      </dgm:t>
    </dgm:pt>
    <dgm:pt modelId="{6751A630-29A7-4781-9527-64AE74A52219}" type="parTrans" cxnId="{5C5708F1-CDE9-45D7-96D7-2C2D849DE15F}">
      <dgm:prSet/>
      <dgm:spPr/>
      <dgm:t>
        <a:bodyPr/>
        <a:lstStyle/>
        <a:p>
          <a:endParaRPr lang="en-US"/>
        </a:p>
      </dgm:t>
    </dgm:pt>
    <dgm:pt modelId="{7AC0FF1C-0941-46E4-9131-E982DB539200}" type="sibTrans" cxnId="{5C5708F1-CDE9-45D7-96D7-2C2D849DE15F}">
      <dgm:prSet/>
      <dgm:spPr/>
      <dgm:t>
        <a:bodyPr/>
        <a:lstStyle/>
        <a:p>
          <a:endParaRPr lang="en-US"/>
        </a:p>
      </dgm:t>
    </dgm:pt>
    <dgm:pt modelId="{50AA940E-CD6D-43FA-AD00-701F8FD651C7}" type="pres">
      <dgm:prSet presAssocID="{D1A60CAC-894F-49B5-8D37-55EF959A560B}" presName="diagram" presStyleCnt="0">
        <dgm:presLayoutVars>
          <dgm:dir/>
          <dgm:resizeHandles val="exact"/>
        </dgm:presLayoutVars>
      </dgm:prSet>
      <dgm:spPr/>
    </dgm:pt>
    <dgm:pt modelId="{61CA784A-BD0D-4D8D-B47E-A065A5B8DFA7}" type="pres">
      <dgm:prSet presAssocID="{F6D78E1E-3729-4D18-AEAA-8E59972B3432}" presName="node" presStyleLbl="node1" presStyleIdx="0" presStyleCnt="6">
        <dgm:presLayoutVars>
          <dgm:bulletEnabled val="1"/>
        </dgm:presLayoutVars>
      </dgm:prSet>
      <dgm:spPr/>
    </dgm:pt>
    <dgm:pt modelId="{9768FF04-B1B4-458F-94CB-E22A40C7E7CC}" type="pres">
      <dgm:prSet presAssocID="{D4D12A5D-AF74-438B-BEEE-3328AF209917}" presName="sibTrans" presStyleCnt="0"/>
      <dgm:spPr/>
    </dgm:pt>
    <dgm:pt modelId="{F583C045-460A-42FD-8E42-3586F4D36088}" type="pres">
      <dgm:prSet presAssocID="{AE2BD1F8-B81C-417E-B72E-9738E27A9731}" presName="node" presStyleLbl="node1" presStyleIdx="1" presStyleCnt="6">
        <dgm:presLayoutVars>
          <dgm:bulletEnabled val="1"/>
        </dgm:presLayoutVars>
      </dgm:prSet>
      <dgm:spPr/>
    </dgm:pt>
    <dgm:pt modelId="{86867559-C3CE-4BE9-A1D9-FBE47384861D}" type="pres">
      <dgm:prSet presAssocID="{B13B341D-3A90-4D36-AA26-96B8AEA8C581}" presName="sibTrans" presStyleCnt="0"/>
      <dgm:spPr/>
    </dgm:pt>
    <dgm:pt modelId="{4ABE2384-1FCE-4D00-AF25-EB4F1F64C84F}" type="pres">
      <dgm:prSet presAssocID="{6C48A914-D17B-47FF-BBB8-1E2B2DA93875}" presName="node" presStyleLbl="node1" presStyleIdx="2" presStyleCnt="6">
        <dgm:presLayoutVars>
          <dgm:bulletEnabled val="1"/>
        </dgm:presLayoutVars>
      </dgm:prSet>
      <dgm:spPr/>
    </dgm:pt>
    <dgm:pt modelId="{2CB01ECE-0F32-4800-A004-5025BBF4E322}" type="pres">
      <dgm:prSet presAssocID="{7D395303-3BE8-454F-A98E-82A20F56412B}" presName="sibTrans" presStyleCnt="0"/>
      <dgm:spPr/>
    </dgm:pt>
    <dgm:pt modelId="{0759A6BD-25F7-478A-8B1B-7D4DABED9963}" type="pres">
      <dgm:prSet presAssocID="{D702999A-6B71-44F1-B784-C875CD965C1A}" presName="node" presStyleLbl="node1" presStyleIdx="3" presStyleCnt="6">
        <dgm:presLayoutVars>
          <dgm:bulletEnabled val="1"/>
        </dgm:presLayoutVars>
      </dgm:prSet>
      <dgm:spPr/>
    </dgm:pt>
    <dgm:pt modelId="{1F4B1386-4560-45FB-988F-AA009EC3A638}" type="pres">
      <dgm:prSet presAssocID="{C5C776C6-C9CC-4FF4-B31A-EE89FBE1A7CB}" presName="sibTrans" presStyleCnt="0"/>
      <dgm:spPr/>
    </dgm:pt>
    <dgm:pt modelId="{14F39E26-4545-4D6F-AB85-06185AA4E05E}" type="pres">
      <dgm:prSet presAssocID="{AEBB1E58-8E49-4E82-B6D3-760AE68D7A29}" presName="node" presStyleLbl="node1" presStyleIdx="4" presStyleCnt="6">
        <dgm:presLayoutVars>
          <dgm:bulletEnabled val="1"/>
        </dgm:presLayoutVars>
      </dgm:prSet>
      <dgm:spPr/>
    </dgm:pt>
    <dgm:pt modelId="{063A7A24-0CF3-4301-9A29-DD34A237D684}" type="pres">
      <dgm:prSet presAssocID="{BEF9F565-642D-440B-BBB9-5AD57C3292B2}" presName="sibTrans" presStyleCnt="0"/>
      <dgm:spPr/>
    </dgm:pt>
    <dgm:pt modelId="{D9B88CE1-586B-40E7-BEA4-FCFD0DA29F49}" type="pres">
      <dgm:prSet presAssocID="{68FFB3A0-7440-498D-80D3-08349A678E7D}" presName="node" presStyleLbl="node1" presStyleIdx="5" presStyleCnt="6">
        <dgm:presLayoutVars>
          <dgm:bulletEnabled val="1"/>
        </dgm:presLayoutVars>
      </dgm:prSet>
      <dgm:spPr/>
    </dgm:pt>
  </dgm:ptLst>
  <dgm:cxnLst>
    <dgm:cxn modelId="{DA08CF11-9BCA-49EA-9FF4-1274D4C862BB}" type="presOf" srcId="{20F187FB-C381-4592-A508-D76EAD63E694}" destId="{0759A6BD-25F7-478A-8B1B-7D4DABED9963}" srcOrd="0" destOrd="1" presId="urn:microsoft.com/office/officeart/2005/8/layout/default"/>
    <dgm:cxn modelId="{C39DE817-1DE6-4CF9-B76C-7E659FAF92E9}" srcId="{D702999A-6B71-44F1-B784-C875CD965C1A}" destId="{5D5D36CF-4026-40CB-A0B0-FB40E1558E9D}" srcOrd="1" destOrd="0" parTransId="{3154241D-40A6-41C3-BFB9-98062EFEBCC5}" sibTransId="{22B442EF-CC69-4DDA-BE05-A3457A548903}"/>
    <dgm:cxn modelId="{740CD12B-BE4A-4200-9290-DA06E791E1FF}" type="presOf" srcId="{AEBB1E58-8E49-4E82-B6D3-760AE68D7A29}" destId="{14F39E26-4545-4D6F-AB85-06185AA4E05E}" srcOrd="0" destOrd="0" presId="urn:microsoft.com/office/officeart/2005/8/layout/default"/>
    <dgm:cxn modelId="{45116432-EDDB-42D0-A25F-2474A4F3DB61}" srcId="{D1A60CAC-894F-49B5-8D37-55EF959A560B}" destId="{AE2BD1F8-B81C-417E-B72E-9738E27A9731}" srcOrd="1" destOrd="0" parTransId="{3D333E56-995E-4A97-874A-F7F3C7E19A49}" sibTransId="{B13B341D-3A90-4D36-AA26-96B8AEA8C581}"/>
    <dgm:cxn modelId="{E053D043-9BB6-4BC4-9A2E-D9A0056A78C2}" type="presOf" srcId="{5D5D36CF-4026-40CB-A0B0-FB40E1558E9D}" destId="{0759A6BD-25F7-478A-8B1B-7D4DABED9963}" srcOrd="0" destOrd="2" presId="urn:microsoft.com/office/officeart/2005/8/layout/default"/>
    <dgm:cxn modelId="{A4FC4A64-A065-41F0-AE00-E8D6AFA51ABC}" srcId="{D702999A-6B71-44F1-B784-C875CD965C1A}" destId="{D11CE1AE-99BD-46C6-AFC2-636C3CECE894}" srcOrd="2" destOrd="0" parTransId="{9B9E8F76-D094-4815-A680-CF354DBF1313}" sibTransId="{106EB0C7-0418-45E7-9BC2-FDCAEB1395F5}"/>
    <dgm:cxn modelId="{FF8EF24C-7DDD-4FE5-AD2F-1DFCFD403141}" srcId="{D702999A-6B71-44F1-B784-C875CD965C1A}" destId="{20F187FB-C381-4592-A508-D76EAD63E694}" srcOrd="0" destOrd="0" parTransId="{D173F711-F09C-45C2-B3F1-90C81CE9D5FB}" sibTransId="{D6869247-EDE2-4B24-9EC3-8E7D9136C801}"/>
    <dgm:cxn modelId="{0044787B-D477-4CBF-8B97-1266BA5981B4}" type="presOf" srcId="{6C48A914-D17B-47FF-BBB8-1E2B2DA93875}" destId="{4ABE2384-1FCE-4D00-AF25-EB4F1F64C84F}" srcOrd="0" destOrd="0" presId="urn:microsoft.com/office/officeart/2005/8/layout/default"/>
    <dgm:cxn modelId="{0D00438C-8C12-46AD-A3AF-D22DBF34C1B7}" type="presOf" srcId="{68FFB3A0-7440-498D-80D3-08349A678E7D}" destId="{D9B88CE1-586B-40E7-BEA4-FCFD0DA29F49}" srcOrd="0" destOrd="0" presId="urn:microsoft.com/office/officeart/2005/8/layout/default"/>
    <dgm:cxn modelId="{3D2287B0-38FB-4824-AFF7-15130EA8F0F1}" srcId="{D1A60CAC-894F-49B5-8D37-55EF959A560B}" destId="{D702999A-6B71-44F1-B784-C875CD965C1A}" srcOrd="3" destOrd="0" parTransId="{11F9A1BF-6BBC-4712-A5B6-93452BD36732}" sibTransId="{C5C776C6-C9CC-4FF4-B31A-EE89FBE1A7CB}"/>
    <dgm:cxn modelId="{FE3445B4-9555-495A-874B-D376F7A3E5AB}" type="presOf" srcId="{D702999A-6B71-44F1-B784-C875CD965C1A}" destId="{0759A6BD-25F7-478A-8B1B-7D4DABED9963}" srcOrd="0" destOrd="0" presId="urn:microsoft.com/office/officeart/2005/8/layout/default"/>
    <dgm:cxn modelId="{A047D7C0-58B2-4F93-9A14-26EA1F7E2B32}" type="presOf" srcId="{AE2BD1F8-B81C-417E-B72E-9738E27A9731}" destId="{F583C045-460A-42FD-8E42-3586F4D36088}" srcOrd="0" destOrd="0" presId="urn:microsoft.com/office/officeart/2005/8/layout/default"/>
    <dgm:cxn modelId="{2CF923C6-B752-4AA5-8E86-587E51AE5A6D}" srcId="{D1A60CAC-894F-49B5-8D37-55EF959A560B}" destId="{6C48A914-D17B-47FF-BBB8-1E2B2DA93875}" srcOrd="2" destOrd="0" parTransId="{B981B045-C0DE-4FE8-94D2-ADD485E8CD9F}" sibTransId="{7D395303-3BE8-454F-A98E-82A20F56412B}"/>
    <dgm:cxn modelId="{993129C7-C68A-4D3C-BF1B-4AB7C5871379}" type="presOf" srcId="{F6D78E1E-3729-4D18-AEAA-8E59972B3432}" destId="{61CA784A-BD0D-4D8D-B47E-A065A5B8DFA7}" srcOrd="0" destOrd="0" presId="urn:microsoft.com/office/officeart/2005/8/layout/default"/>
    <dgm:cxn modelId="{C229D7D2-8FB3-42F4-B87C-7CBE8DC8E201}" type="presOf" srcId="{D11CE1AE-99BD-46C6-AFC2-636C3CECE894}" destId="{0759A6BD-25F7-478A-8B1B-7D4DABED9963}" srcOrd="0" destOrd="3" presId="urn:microsoft.com/office/officeart/2005/8/layout/default"/>
    <dgm:cxn modelId="{499992D4-72BA-4AD5-B0F4-2538341704EF}" srcId="{D1A60CAC-894F-49B5-8D37-55EF959A560B}" destId="{AEBB1E58-8E49-4E82-B6D3-760AE68D7A29}" srcOrd="4" destOrd="0" parTransId="{9BD35588-F5C8-4CDC-8FB2-677846284AB6}" sibTransId="{BEF9F565-642D-440B-BBB9-5AD57C3292B2}"/>
    <dgm:cxn modelId="{2D498AE5-E836-431D-97A8-B979EA56C2DA}" type="presOf" srcId="{D1A60CAC-894F-49B5-8D37-55EF959A560B}" destId="{50AA940E-CD6D-43FA-AD00-701F8FD651C7}" srcOrd="0" destOrd="0" presId="urn:microsoft.com/office/officeart/2005/8/layout/default"/>
    <dgm:cxn modelId="{5C5708F1-CDE9-45D7-96D7-2C2D849DE15F}" srcId="{D1A60CAC-894F-49B5-8D37-55EF959A560B}" destId="{68FFB3A0-7440-498D-80D3-08349A678E7D}" srcOrd="5" destOrd="0" parTransId="{6751A630-29A7-4781-9527-64AE74A52219}" sibTransId="{7AC0FF1C-0941-46E4-9131-E982DB539200}"/>
    <dgm:cxn modelId="{42B18BF4-A8DA-41C3-92A0-1ED85BFC43ED}" srcId="{D1A60CAC-894F-49B5-8D37-55EF959A560B}" destId="{F6D78E1E-3729-4D18-AEAA-8E59972B3432}" srcOrd="0" destOrd="0" parTransId="{B17FC5DE-3F42-4185-8567-9C58F3549B83}" sibTransId="{D4D12A5D-AF74-438B-BEEE-3328AF209917}"/>
    <dgm:cxn modelId="{B0BF8A75-F88B-4DDF-B2E6-4CA3202BDD4B}" type="presParOf" srcId="{50AA940E-CD6D-43FA-AD00-701F8FD651C7}" destId="{61CA784A-BD0D-4D8D-B47E-A065A5B8DFA7}" srcOrd="0" destOrd="0" presId="urn:microsoft.com/office/officeart/2005/8/layout/default"/>
    <dgm:cxn modelId="{EF25647E-73AC-4E78-8168-FF3F8D0BFD3C}" type="presParOf" srcId="{50AA940E-CD6D-43FA-AD00-701F8FD651C7}" destId="{9768FF04-B1B4-458F-94CB-E22A40C7E7CC}" srcOrd="1" destOrd="0" presId="urn:microsoft.com/office/officeart/2005/8/layout/default"/>
    <dgm:cxn modelId="{27925AEB-B189-4017-BF80-56879409C381}" type="presParOf" srcId="{50AA940E-CD6D-43FA-AD00-701F8FD651C7}" destId="{F583C045-460A-42FD-8E42-3586F4D36088}" srcOrd="2" destOrd="0" presId="urn:microsoft.com/office/officeart/2005/8/layout/default"/>
    <dgm:cxn modelId="{90DDE8C1-4D87-481A-88C0-4567ED7AFD49}" type="presParOf" srcId="{50AA940E-CD6D-43FA-AD00-701F8FD651C7}" destId="{86867559-C3CE-4BE9-A1D9-FBE47384861D}" srcOrd="3" destOrd="0" presId="urn:microsoft.com/office/officeart/2005/8/layout/default"/>
    <dgm:cxn modelId="{18A697EC-35A5-4CF7-81E8-C798D372AA93}" type="presParOf" srcId="{50AA940E-CD6D-43FA-AD00-701F8FD651C7}" destId="{4ABE2384-1FCE-4D00-AF25-EB4F1F64C84F}" srcOrd="4" destOrd="0" presId="urn:microsoft.com/office/officeart/2005/8/layout/default"/>
    <dgm:cxn modelId="{9D96BEEA-1FC3-48CA-BE53-7EE22C69EEFE}" type="presParOf" srcId="{50AA940E-CD6D-43FA-AD00-701F8FD651C7}" destId="{2CB01ECE-0F32-4800-A004-5025BBF4E322}" srcOrd="5" destOrd="0" presId="urn:microsoft.com/office/officeart/2005/8/layout/default"/>
    <dgm:cxn modelId="{7CA99060-B6B0-47DC-80C6-E8B3E348AD83}" type="presParOf" srcId="{50AA940E-CD6D-43FA-AD00-701F8FD651C7}" destId="{0759A6BD-25F7-478A-8B1B-7D4DABED9963}" srcOrd="6" destOrd="0" presId="urn:microsoft.com/office/officeart/2005/8/layout/default"/>
    <dgm:cxn modelId="{85A06F2F-3B15-43B5-8778-F6CD74B23876}" type="presParOf" srcId="{50AA940E-CD6D-43FA-AD00-701F8FD651C7}" destId="{1F4B1386-4560-45FB-988F-AA009EC3A638}" srcOrd="7" destOrd="0" presId="urn:microsoft.com/office/officeart/2005/8/layout/default"/>
    <dgm:cxn modelId="{F927DBB7-CF4D-4999-8240-C8FFA1E68D9C}" type="presParOf" srcId="{50AA940E-CD6D-43FA-AD00-701F8FD651C7}" destId="{14F39E26-4545-4D6F-AB85-06185AA4E05E}" srcOrd="8" destOrd="0" presId="urn:microsoft.com/office/officeart/2005/8/layout/default"/>
    <dgm:cxn modelId="{63AD9CF0-BC09-4C08-8E94-B2F706DADF79}" type="presParOf" srcId="{50AA940E-CD6D-43FA-AD00-701F8FD651C7}" destId="{063A7A24-0CF3-4301-9A29-DD34A237D684}" srcOrd="9" destOrd="0" presId="urn:microsoft.com/office/officeart/2005/8/layout/default"/>
    <dgm:cxn modelId="{BFA1A7D3-752D-4A5A-93D6-7578F49618A2}" type="presParOf" srcId="{50AA940E-CD6D-43FA-AD00-701F8FD651C7}" destId="{D9B88CE1-586B-40E7-BEA4-FCFD0DA29F4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E3296-4C84-4510-B399-3624266D5AA2}">
      <dsp:nvSpPr>
        <dsp:cNvPr id="0" name=""/>
        <dsp:cNvSpPr/>
      </dsp:nvSpPr>
      <dsp:spPr>
        <a:xfrm>
          <a:off x="0" y="119102"/>
          <a:ext cx="10515600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11:30 to 12:40	Lunch and Networking</a:t>
          </a:r>
        </a:p>
      </dsp:txBody>
      <dsp:txXfrm>
        <a:off x="22617" y="141719"/>
        <a:ext cx="10470366" cy="418086"/>
      </dsp:txXfrm>
    </dsp:sp>
    <dsp:sp modelId="{F4ECD5BC-8B4E-4831-A43B-80A805DD3D64}">
      <dsp:nvSpPr>
        <dsp:cNvPr id="0" name=""/>
        <dsp:cNvSpPr/>
      </dsp:nvSpPr>
      <dsp:spPr>
        <a:xfrm>
          <a:off x="1099879" y="611258"/>
          <a:ext cx="8315841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Grab lunch, meet the Recast team, and connect with fellow IT pros before the session begins.</a:t>
          </a:r>
        </a:p>
      </dsp:txBody>
      <dsp:txXfrm>
        <a:off x="1122496" y="633875"/>
        <a:ext cx="8270607" cy="418086"/>
      </dsp:txXfrm>
    </dsp:sp>
    <dsp:sp modelId="{47A4EAF1-55FE-4814-8371-71B068FF8561}">
      <dsp:nvSpPr>
        <dsp:cNvPr id="0" name=""/>
        <dsp:cNvSpPr/>
      </dsp:nvSpPr>
      <dsp:spPr>
        <a:xfrm>
          <a:off x="0" y="1126418"/>
          <a:ext cx="10515600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12:40 to 1:30	PowerShell Tips, Tricks &amp; Debugging </a:t>
          </a:r>
        </a:p>
      </dsp:txBody>
      <dsp:txXfrm>
        <a:off x="22617" y="1149035"/>
        <a:ext cx="10470366" cy="418086"/>
      </dsp:txXfrm>
    </dsp:sp>
    <dsp:sp modelId="{0CC95921-54A4-4127-BEFA-18CE5CA6234B}">
      <dsp:nvSpPr>
        <dsp:cNvPr id="0" name=""/>
        <dsp:cNvSpPr/>
      </dsp:nvSpPr>
      <dsp:spPr>
        <a:xfrm>
          <a:off x="1117124" y="1641578"/>
          <a:ext cx="8281350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Hands-on demos and live discussions focused on scripts, shortcuts, and security workflows.</a:t>
          </a:r>
        </a:p>
      </dsp:txBody>
      <dsp:txXfrm>
        <a:off x="1139741" y="1664195"/>
        <a:ext cx="8236116" cy="418086"/>
      </dsp:txXfrm>
    </dsp:sp>
    <dsp:sp modelId="{DCA611B7-9BF4-43C2-9C59-9DA3F5778609}">
      <dsp:nvSpPr>
        <dsp:cNvPr id="0" name=""/>
        <dsp:cNvSpPr/>
      </dsp:nvSpPr>
      <dsp:spPr>
        <a:xfrm>
          <a:off x="0" y="2156738"/>
          <a:ext cx="10515600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1:30 to 2:15	Roundtable Discussions </a:t>
          </a:r>
        </a:p>
      </dsp:txBody>
      <dsp:txXfrm>
        <a:off x="22617" y="2179355"/>
        <a:ext cx="10470366" cy="418086"/>
      </dsp:txXfrm>
    </dsp:sp>
    <dsp:sp modelId="{481572FE-593C-4261-BCC7-834563E334F6}">
      <dsp:nvSpPr>
        <dsp:cNvPr id="0" name=""/>
        <dsp:cNvSpPr/>
      </dsp:nvSpPr>
      <dsp:spPr>
        <a:xfrm>
          <a:off x="1128639" y="2671898"/>
          <a:ext cx="8258321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Join small-group conversations on automation, patching, and modern management best practices.</a:t>
          </a:r>
        </a:p>
      </dsp:txBody>
      <dsp:txXfrm>
        <a:off x="1151256" y="2694515"/>
        <a:ext cx="8213087" cy="418086"/>
      </dsp:txXfrm>
    </dsp:sp>
    <dsp:sp modelId="{3CE22FF9-DC8C-4FD2-91D7-145F01BEB05C}">
      <dsp:nvSpPr>
        <dsp:cNvPr id="0" name=""/>
        <dsp:cNvSpPr/>
      </dsp:nvSpPr>
      <dsp:spPr>
        <a:xfrm>
          <a:off x="0" y="3187058"/>
          <a:ext cx="10515600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2:15 to 3:00	Open Q&amp;A and Wrap Up</a:t>
          </a:r>
        </a:p>
      </dsp:txBody>
      <dsp:txXfrm>
        <a:off x="22617" y="3209675"/>
        <a:ext cx="10470366" cy="418086"/>
      </dsp:txXfrm>
    </dsp:sp>
    <dsp:sp modelId="{415D0750-02E6-4FC6-92B3-FB131CADE80A}">
      <dsp:nvSpPr>
        <dsp:cNvPr id="0" name=""/>
        <dsp:cNvSpPr/>
      </dsp:nvSpPr>
      <dsp:spPr>
        <a:xfrm>
          <a:off x="1163130" y="3702218"/>
          <a:ext cx="8189338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Informal, social time. Snacks and beverages provided.</a:t>
          </a:r>
        </a:p>
      </dsp:txBody>
      <dsp:txXfrm>
        <a:off x="1185747" y="3724835"/>
        <a:ext cx="8144104" cy="418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A784A-BD0D-4D8D-B47E-A065A5B8DFA7}">
      <dsp:nvSpPr>
        <dsp:cNvPr id="0" name=""/>
        <dsp:cNvSpPr/>
      </dsp:nvSpPr>
      <dsp:spPr>
        <a:xfrm>
          <a:off x="353258" y="1912"/>
          <a:ext cx="3065338" cy="18392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What is Code Debugging?</a:t>
          </a:r>
          <a:endParaRPr lang="en-US" sz="2400" kern="1200"/>
        </a:p>
      </dsp:txBody>
      <dsp:txXfrm>
        <a:off x="353258" y="1912"/>
        <a:ext cx="3065338" cy="1839203"/>
      </dsp:txXfrm>
    </dsp:sp>
    <dsp:sp modelId="{F583C045-460A-42FD-8E42-3586F4D36088}">
      <dsp:nvSpPr>
        <dsp:cNvPr id="0" name=""/>
        <dsp:cNvSpPr/>
      </dsp:nvSpPr>
      <dsp:spPr>
        <a:xfrm>
          <a:off x="3725130" y="1912"/>
          <a:ext cx="3065338" cy="18392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Tips for logging and tracing</a:t>
          </a:r>
          <a:endParaRPr lang="en-US" sz="2400" kern="1200"/>
        </a:p>
      </dsp:txBody>
      <dsp:txXfrm>
        <a:off x="3725130" y="1912"/>
        <a:ext cx="3065338" cy="1839203"/>
      </dsp:txXfrm>
    </dsp:sp>
    <dsp:sp modelId="{4ABE2384-1FCE-4D00-AF25-EB4F1F64C84F}">
      <dsp:nvSpPr>
        <dsp:cNvPr id="0" name=""/>
        <dsp:cNvSpPr/>
      </dsp:nvSpPr>
      <dsp:spPr>
        <a:xfrm>
          <a:off x="7097003" y="1912"/>
          <a:ext cx="3065338" cy="18392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Why use the debugger?</a:t>
          </a:r>
          <a:endParaRPr lang="en-US" sz="2400" kern="1200"/>
        </a:p>
      </dsp:txBody>
      <dsp:txXfrm>
        <a:off x="7097003" y="1912"/>
        <a:ext cx="3065338" cy="1839203"/>
      </dsp:txXfrm>
    </dsp:sp>
    <dsp:sp modelId="{0759A6BD-25F7-478A-8B1B-7D4DABED9963}">
      <dsp:nvSpPr>
        <dsp:cNvPr id="0" name=""/>
        <dsp:cNvSpPr/>
      </dsp:nvSpPr>
      <dsp:spPr>
        <a:xfrm>
          <a:off x="353258" y="2147649"/>
          <a:ext cx="3065338" cy="18392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Using the debugger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/>
            <a:t>ISE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/>
            <a:t>VSCode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/>
            <a:t>CommandLine</a:t>
          </a:r>
          <a:endParaRPr lang="en-US" sz="1900" kern="1200"/>
        </a:p>
      </dsp:txBody>
      <dsp:txXfrm>
        <a:off x="353258" y="2147649"/>
        <a:ext cx="3065338" cy="1839203"/>
      </dsp:txXfrm>
    </dsp:sp>
    <dsp:sp modelId="{14F39E26-4545-4D6F-AB85-06185AA4E05E}">
      <dsp:nvSpPr>
        <dsp:cNvPr id="0" name=""/>
        <dsp:cNvSpPr/>
      </dsp:nvSpPr>
      <dsp:spPr>
        <a:xfrm>
          <a:off x="3725130" y="2147649"/>
          <a:ext cx="3065338" cy="18392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Tips and tricks with debugging</a:t>
          </a:r>
          <a:endParaRPr lang="en-US" sz="2400" kern="1200"/>
        </a:p>
      </dsp:txBody>
      <dsp:txXfrm>
        <a:off x="3725130" y="2147649"/>
        <a:ext cx="3065338" cy="1839203"/>
      </dsp:txXfrm>
    </dsp:sp>
    <dsp:sp modelId="{D9B88CE1-586B-40E7-BEA4-FCFD0DA29F49}">
      <dsp:nvSpPr>
        <dsp:cNvPr id="0" name=""/>
        <dsp:cNvSpPr/>
      </dsp:nvSpPr>
      <dsp:spPr>
        <a:xfrm>
          <a:off x="7097003" y="2147649"/>
          <a:ext cx="3065338" cy="18392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Remote debugging</a:t>
          </a:r>
          <a:endParaRPr lang="en-US" sz="2400" kern="1200"/>
        </a:p>
      </dsp:txBody>
      <dsp:txXfrm>
        <a:off x="7097003" y="2147649"/>
        <a:ext cx="3065338" cy="18392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CC04A-C335-487A-8178-6C90F0F29C9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05CAA-7DFD-4456-A943-C499583E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5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2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2FC8-A897-042D-A183-5857A116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2BF9E-A1A1-B733-51DF-6D576BAD2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192F6-BB73-45C7-B40B-FE5868A92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57F16-1A4B-A3B5-4DFF-C310957B5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98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97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1D6E-6E93-5D82-DEDB-7573F51F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B7273-391C-FBD0-6598-33B17EF25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D0C4C-9125-6603-71AE-357992C34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E856B-2727-8665-855B-BA61818A7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07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81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#Transcript example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Start-Transcript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-Path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env:temp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\DebugTranscript.log"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-force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Write-verbose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-message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"Verbose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Write-Debug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-Message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"Debug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Write-Warning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-Message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"Warning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Write-Error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-Message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erroraction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Debug and Verbose Have to be enabled to log in transcripts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VerbosePreference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'Continue'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DebugPreference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'Continue'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Stop-Transcript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start-process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Where.exe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notepad)[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ArgumentList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env:temp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\DebugTranscript.log"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#Trace Example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PSDebug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–Trace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MaxLoops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BreakPoint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: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LoopName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-LT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Maxloops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BreakPoint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LoopName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"Sleeping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#Inspect Module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start-sleep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–seconds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0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87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80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#VSCode Demo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Jypter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Notebooks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dont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 well with Debug. Copy and paste this outside.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Script with logic bug we need to step through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Set-Location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"C:\Repos\PoshDebugging"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$Folders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ChildItem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-Recurse -Directory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FOlder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$Folders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$Files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ChildItem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-Path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Folder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.Fullanme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.Extension.Where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PSitem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-Like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'*PS*'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 -NE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InputObject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contains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Powershell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Files"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73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Easy Try Catch Demo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Scriptblock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$Variable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'test'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Write-Error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testError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Erroraction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Stop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Wait-Debugger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UDFSleep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invoke-command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Scriptblock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Conditional Trigger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PSBreakpoint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-Variable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'Counter'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-Action {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-eq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Wait-Debugger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 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49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Easy Try Catch Demo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Scriptblock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$Variable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'test'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Write-Error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testError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Erroraction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Stop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Wait-Debugger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Start-</a:t>
            </a:r>
            <a:r>
              <a:rPr lang="en-US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UDFSleep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invoke-command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Scriptblock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/>
          </a:p>
          <a:p>
            <a:endParaRPr lang="en-US"/>
          </a:p>
          <a:p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Conditional Trigger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Set-</a:t>
            </a:r>
            <a:r>
              <a:rPr lang="en-US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PSBreakpoint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-Variable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'Counter'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-Action {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-eq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Wait-Debugger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 </a:t>
            </a:r>
          </a:p>
          <a:p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47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Computername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$ENV:COMPUTERNAME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$PID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Runspace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]::DefaultRunspace.id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Out-File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InputObject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Convertto-json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#Wait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Start-Sleep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-Seconds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#Run from your IDE such as the ISE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Entering The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Runspace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whoami.exe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"C:\RunSpaceData.txt"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$Content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Get-Content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-Path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-Raw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ConvertFrom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-Json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InputObject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$content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RunSpaceData.ComputerName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-NE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$ENV:COMPUTERNAME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PSSession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Enter-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PSSession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ComputerName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RunSpaceData.ComputerName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Invoke-Command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ScriptBlock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Enter-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PSHostProcess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-ID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ArgumentList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RunSpaceData.PID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-Session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PSSession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"Debug-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Runspace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-id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RunSpaceData.RunSpace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|clip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Enter-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PSHostProcess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-ID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RunSpaceData.PID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#get-Runspace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"Debug-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Runspace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-ID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RunSpaceData.RunSpace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|clip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? or h for help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64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85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.Runspace.Debugger.SetDebugMode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System.Management.Automation.DebugModes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]::None)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84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90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FAF6-5C85-493F-37EF-FD724D031E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67728"/>
            <a:ext cx="9144000" cy="190976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 here goes more words for and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67313-4A73-DA98-F212-A81B896C0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A white text on an orange background&#10;&#10;AI-generated content may be incorrect.">
            <a:extLst>
              <a:ext uri="{FF2B5EF4-FFF2-40B4-BE49-F238E27FC236}">
                <a16:creationId xmlns:a16="http://schemas.microsoft.com/office/drawing/2014/main" id="{BF36C3A7-B0D2-E82D-A89E-2F9A1CA2C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" y="6154806"/>
            <a:ext cx="403087" cy="40308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3349747-7934-E289-03A9-89340C95BE0B}"/>
              </a:ext>
            </a:extLst>
          </p:cNvPr>
          <p:cNvGrpSpPr/>
          <p:nvPr/>
        </p:nvGrpSpPr>
        <p:grpSpPr>
          <a:xfrm>
            <a:off x="371061" y="374087"/>
            <a:ext cx="405205" cy="403087"/>
            <a:chOff x="442849" y="874643"/>
            <a:chExt cx="743358" cy="7394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AF0E1A-2ABC-E1D2-FD73-BFE420CE3E1A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AFB423-B66C-BC22-E9D4-381AC8B6DB74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65AEC8-5BB6-6133-D667-B063FF282117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B92DF5D-AB99-1ED9-2426-6C74CC3486C7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D0614C0-83BF-0F70-B523-60A881EB0A87}"/>
              </a:ext>
            </a:extLst>
          </p:cNvPr>
          <p:cNvGrpSpPr/>
          <p:nvPr/>
        </p:nvGrpSpPr>
        <p:grpSpPr>
          <a:xfrm>
            <a:off x="11437745" y="351332"/>
            <a:ext cx="405205" cy="403087"/>
            <a:chOff x="442849" y="874643"/>
            <a:chExt cx="743358" cy="73947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8FD0394-D87D-5D1D-6D0D-A7648AEF7E2F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71AA03-D27C-1062-F9F7-F9B2B769FC57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529C288-4D4E-59B0-A8C8-37883B50C1F5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350E5F5-5F2C-07C0-DC46-A271B96E0171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37BA4D-926F-9016-3EFD-2C07D704FE00}"/>
              </a:ext>
            </a:extLst>
          </p:cNvPr>
          <p:cNvGrpSpPr/>
          <p:nvPr/>
        </p:nvGrpSpPr>
        <p:grpSpPr>
          <a:xfrm>
            <a:off x="7748851" y="351332"/>
            <a:ext cx="405205" cy="403087"/>
            <a:chOff x="442849" y="874643"/>
            <a:chExt cx="743358" cy="73947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02A9212-7FDA-F313-2059-0D328576C25D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56D6B6-3757-DCFD-6B76-BD51909BA132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7082E2E-7B33-E1C7-E83F-156C5CB137ED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5B5A748-7094-9A7D-5706-555DD8272B7D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D7099C-93A2-7FC7-4021-ADF5A8B1900F}"/>
              </a:ext>
            </a:extLst>
          </p:cNvPr>
          <p:cNvGrpSpPr/>
          <p:nvPr/>
        </p:nvGrpSpPr>
        <p:grpSpPr>
          <a:xfrm>
            <a:off x="4059956" y="351332"/>
            <a:ext cx="405205" cy="403087"/>
            <a:chOff x="442849" y="874643"/>
            <a:chExt cx="743358" cy="73947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BB6124-050A-3A6C-0263-0CF5AD3693D6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3173F94-5AAA-EF43-2BE1-07BC9935F320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AD1C010-3333-CDC7-D5C3-ED2CB0CFC02C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38298C-01EB-A5F0-1BEC-259D0307924E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9E4B093-1FD5-1EC4-0430-707580F97328}"/>
              </a:ext>
            </a:extLst>
          </p:cNvPr>
          <p:cNvGrpSpPr/>
          <p:nvPr/>
        </p:nvGrpSpPr>
        <p:grpSpPr>
          <a:xfrm>
            <a:off x="11437745" y="6154806"/>
            <a:ext cx="405205" cy="403087"/>
            <a:chOff x="442849" y="874643"/>
            <a:chExt cx="743358" cy="73947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09A2261-66B4-5A05-0BB7-10FB15710780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8009BA0-5649-6C53-89BB-BADB59D172E9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8F19FA4-E1AC-8FA5-AE54-D00C3795AED5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C2362C0-D327-650A-B815-DFD477A73F2A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442F3E3-2F52-65DB-5F05-34CFCB2F43C8}"/>
              </a:ext>
            </a:extLst>
          </p:cNvPr>
          <p:cNvGrpSpPr/>
          <p:nvPr/>
        </p:nvGrpSpPr>
        <p:grpSpPr>
          <a:xfrm>
            <a:off x="7748851" y="6154806"/>
            <a:ext cx="405205" cy="403087"/>
            <a:chOff x="442849" y="874643"/>
            <a:chExt cx="743358" cy="73947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83667B7-E1F8-9DA7-6586-48A40135C7E8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E707246-8D6B-7565-C884-658F9B782BFD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22C48D6-872D-2D34-2813-427A07CCF4E4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564D144-C576-5D07-9358-2A8B0C6A1956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3A80B65-A8F7-87D3-8934-94DFB9F1BD86}"/>
              </a:ext>
            </a:extLst>
          </p:cNvPr>
          <p:cNvGrpSpPr/>
          <p:nvPr/>
        </p:nvGrpSpPr>
        <p:grpSpPr>
          <a:xfrm>
            <a:off x="4059956" y="6154806"/>
            <a:ext cx="405205" cy="403087"/>
            <a:chOff x="442849" y="874643"/>
            <a:chExt cx="743358" cy="739472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25D8A0A-0855-FB42-E1BD-51B4DA11E7F9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195AD52-9550-D019-C566-23E0645C3751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FBC3963-5E42-5514-BAED-5AF4B5183B43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5E147B3-5878-7C29-009F-7576FD630A83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9408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FAF6-5C85-493F-37EF-FD724D031E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67728"/>
            <a:ext cx="9144000" cy="190976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 here goes more words for and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67313-4A73-DA98-F212-A81B896C0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A white text on an orange background&#10;&#10;AI-generated content may be incorrect.">
            <a:extLst>
              <a:ext uri="{FF2B5EF4-FFF2-40B4-BE49-F238E27FC236}">
                <a16:creationId xmlns:a16="http://schemas.microsoft.com/office/drawing/2014/main" id="{BF36C3A7-B0D2-E82D-A89E-2F9A1CA2C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" y="6154806"/>
            <a:ext cx="403087" cy="40308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3349747-7934-E289-03A9-89340C95BE0B}"/>
              </a:ext>
            </a:extLst>
          </p:cNvPr>
          <p:cNvGrpSpPr/>
          <p:nvPr/>
        </p:nvGrpSpPr>
        <p:grpSpPr>
          <a:xfrm>
            <a:off x="371061" y="374087"/>
            <a:ext cx="405205" cy="403087"/>
            <a:chOff x="442849" y="874643"/>
            <a:chExt cx="743358" cy="73947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AF0E1A-2ABC-E1D2-FD73-BFE420CE3E1A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AFB423-B66C-BC22-E9D4-381AC8B6DB74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65AEC8-5BB6-6133-D667-B063FF282117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B92DF5D-AB99-1ED9-2426-6C74CC3486C7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D0614C0-83BF-0F70-B523-60A881EB0A87}"/>
              </a:ext>
            </a:extLst>
          </p:cNvPr>
          <p:cNvGrpSpPr/>
          <p:nvPr/>
        </p:nvGrpSpPr>
        <p:grpSpPr>
          <a:xfrm>
            <a:off x="11437745" y="351332"/>
            <a:ext cx="405205" cy="403087"/>
            <a:chOff x="442849" y="874643"/>
            <a:chExt cx="743358" cy="73947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8FD0394-D87D-5D1D-6D0D-A7648AEF7E2F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71AA03-D27C-1062-F9F7-F9B2B769FC57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529C288-4D4E-59B0-A8C8-37883B50C1F5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350E5F5-5F2C-07C0-DC46-A271B96E0171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37BA4D-926F-9016-3EFD-2C07D704FE00}"/>
              </a:ext>
            </a:extLst>
          </p:cNvPr>
          <p:cNvGrpSpPr/>
          <p:nvPr/>
        </p:nvGrpSpPr>
        <p:grpSpPr>
          <a:xfrm>
            <a:off x="7748851" y="351332"/>
            <a:ext cx="405205" cy="403087"/>
            <a:chOff x="442849" y="874643"/>
            <a:chExt cx="743358" cy="73947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02A9212-7FDA-F313-2059-0D328576C25D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56D6B6-3757-DCFD-6B76-BD51909BA132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7082E2E-7B33-E1C7-E83F-156C5CB137ED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5B5A748-7094-9A7D-5706-555DD8272B7D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D7099C-93A2-7FC7-4021-ADF5A8B1900F}"/>
              </a:ext>
            </a:extLst>
          </p:cNvPr>
          <p:cNvGrpSpPr/>
          <p:nvPr/>
        </p:nvGrpSpPr>
        <p:grpSpPr>
          <a:xfrm>
            <a:off x="4059956" y="351332"/>
            <a:ext cx="405205" cy="403087"/>
            <a:chOff x="442849" y="874643"/>
            <a:chExt cx="743358" cy="73947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BB6124-050A-3A6C-0263-0CF5AD3693D6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3173F94-5AAA-EF43-2BE1-07BC9935F320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AD1C010-3333-CDC7-D5C3-ED2CB0CFC02C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38298C-01EB-A5F0-1BEC-259D0307924E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9E4B093-1FD5-1EC4-0430-707580F97328}"/>
              </a:ext>
            </a:extLst>
          </p:cNvPr>
          <p:cNvGrpSpPr/>
          <p:nvPr/>
        </p:nvGrpSpPr>
        <p:grpSpPr>
          <a:xfrm>
            <a:off x="11437745" y="6154806"/>
            <a:ext cx="405205" cy="403087"/>
            <a:chOff x="442849" y="874643"/>
            <a:chExt cx="743358" cy="73947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09A2261-66B4-5A05-0BB7-10FB15710780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8009BA0-5649-6C53-89BB-BADB59D172E9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8F19FA4-E1AC-8FA5-AE54-D00C3795AED5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C2362C0-D327-650A-B815-DFD477A73F2A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442F3E3-2F52-65DB-5F05-34CFCB2F43C8}"/>
              </a:ext>
            </a:extLst>
          </p:cNvPr>
          <p:cNvGrpSpPr/>
          <p:nvPr/>
        </p:nvGrpSpPr>
        <p:grpSpPr>
          <a:xfrm>
            <a:off x="7748851" y="6154806"/>
            <a:ext cx="405205" cy="403087"/>
            <a:chOff x="442849" y="874643"/>
            <a:chExt cx="743358" cy="73947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83667B7-E1F8-9DA7-6586-48A40135C7E8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E707246-8D6B-7565-C884-658F9B782BFD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22C48D6-872D-2D34-2813-427A07CCF4E4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564D144-C576-5D07-9358-2A8B0C6A1956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3A80B65-A8F7-87D3-8934-94DFB9F1BD86}"/>
              </a:ext>
            </a:extLst>
          </p:cNvPr>
          <p:cNvGrpSpPr/>
          <p:nvPr/>
        </p:nvGrpSpPr>
        <p:grpSpPr>
          <a:xfrm>
            <a:off x="4059956" y="6154806"/>
            <a:ext cx="405205" cy="403087"/>
            <a:chOff x="442849" y="874643"/>
            <a:chExt cx="743358" cy="739472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25D8A0A-0855-FB42-E1BD-51B4DA11E7F9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195AD52-9550-D019-C566-23E0645C3751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FBC3963-5E42-5514-BAED-5AF4B5183B43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5E147B3-5878-7C29-009F-7576FD630A83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7942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FAF6-5C85-493F-37EF-FD724D031E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67728"/>
            <a:ext cx="9144000" cy="190976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 here goes more words for and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67313-4A73-DA98-F212-A81B896C0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A white text on an orange background&#10;&#10;AI-generated content may be incorrect.">
            <a:extLst>
              <a:ext uri="{FF2B5EF4-FFF2-40B4-BE49-F238E27FC236}">
                <a16:creationId xmlns:a16="http://schemas.microsoft.com/office/drawing/2014/main" id="{BF36C3A7-B0D2-E82D-A89E-2F9A1CA2C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" y="6154806"/>
            <a:ext cx="403087" cy="40308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3DD3B1E-3A66-8B2F-3098-067E9D6F93C9}"/>
              </a:ext>
            </a:extLst>
          </p:cNvPr>
          <p:cNvGrpSpPr/>
          <p:nvPr/>
        </p:nvGrpSpPr>
        <p:grpSpPr>
          <a:xfrm>
            <a:off x="371061" y="374087"/>
            <a:ext cx="405205" cy="403087"/>
            <a:chOff x="442849" y="874643"/>
            <a:chExt cx="743358" cy="739472"/>
          </a:xfrm>
          <a:solidFill>
            <a:schemeClr val="bg2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3060FD6-7BCA-A940-A549-FB6308CDA722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D10089-FD74-9AFC-CEE7-AB03F2B0AB5B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D5A965-F016-B227-190B-26A635C9448E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AAB7A4-ADDC-9C04-42C5-9D6909451236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5AB186-A04B-6EF1-D16A-DD7086CAD1C1}"/>
              </a:ext>
            </a:extLst>
          </p:cNvPr>
          <p:cNvGrpSpPr/>
          <p:nvPr/>
        </p:nvGrpSpPr>
        <p:grpSpPr>
          <a:xfrm>
            <a:off x="11437745" y="351332"/>
            <a:ext cx="405205" cy="403087"/>
            <a:chOff x="442849" y="874643"/>
            <a:chExt cx="743358" cy="739472"/>
          </a:xfrm>
          <a:solidFill>
            <a:schemeClr val="bg2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D21E133-6E99-732F-DE0D-015B9B303635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7A2A0C7-31E1-F294-2B65-5B5A571434C3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0401D0-9C28-3A7D-20B1-366231E80A20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DB5FC9-0981-DBBF-1337-CFF54E56E9E5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EE29B11-AA66-940F-3023-8C811A747F49}"/>
              </a:ext>
            </a:extLst>
          </p:cNvPr>
          <p:cNvGrpSpPr/>
          <p:nvPr/>
        </p:nvGrpSpPr>
        <p:grpSpPr>
          <a:xfrm>
            <a:off x="7748851" y="351332"/>
            <a:ext cx="405205" cy="403087"/>
            <a:chOff x="442849" y="874643"/>
            <a:chExt cx="743358" cy="739472"/>
          </a:xfrm>
          <a:solidFill>
            <a:schemeClr val="bg2"/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4770FBA-168C-6C8B-2C0B-7C933639CF2F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E48CFC9-1745-B731-9DC6-4B63343A2DBA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149AF03-B40F-067B-8796-EB5410E57995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36BD93C-70D1-8F3C-0406-F7445CAE1D20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09C3D4-5E3A-C9D0-E43C-346BCA89C429}"/>
              </a:ext>
            </a:extLst>
          </p:cNvPr>
          <p:cNvGrpSpPr/>
          <p:nvPr/>
        </p:nvGrpSpPr>
        <p:grpSpPr>
          <a:xfrm>
            <a:off x="4059956" y="351332"/>
            <a:ext cx="405205" cy="403087"/>
            <a:chOff x="442849" y="874643"/>
            <a:chExt cx="743358" cy="739472"/>
          </a:xfrm>
          <a:solidFill>
            <a:schemeClr val="bg2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B619179-6560-3545-2623-691B0750D84A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1292EE0-00ED-286A-CC6B-7571FFFDA89C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D650B72-AF90-2E4C-534B-47F83641171E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D7F93AA-661A-16EF-9685-29139EBC1AFF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7776053-988A-BC59-A7B7-835B2557E11D}"/>
              </a:ext>
            </a:extLst>
          </p:cNvPr>
          <p:cNvGrpSpPr/>
          <p:nvPr/>
        </p:nvGrpSpPr>
        <p:grpSpPr>
          <a:xfrm>
            <a:off x="11437745" y="6154806"/>
            <a:ext cx="405205" cy="403087"/>
            <a:chOff x="442849" y="874643"/>
            <a:chExt cx="743358" cy="739472"/>
          </a:xfrm>
          <a:solidFill>
            <a:schemeClr val="bg2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8948E3A-034E-9014-44BD-C41B285EEB60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3424EE-8D74-6233-1961-00FD58CA26C7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6ECC7A3-B5E9-71E8-0652-BCDEAAC6FACF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52FE0D9-881D-D65A-5EED-A548C763AF8A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767CADE-624D-4843-2AA0-0FD6A0E0DF54}"/>
              </a:ext>
            </a:extLst>
          </p:cNvPr>
          <p:cNvGrpSpPr/>
          <p:nvPr/>
        </p:nvGrpSpPr>
        <p:grpSpPr>
          <a:xfrm>
            <a:off x="7748851" y="6154806"/>
            <a:ext cx="405205" cy="403087"/>
            <a:chOff x="442849" y="874643"/>
            <a:chExt cx="743358" cy="739472"/>
          </a:xfrm>
          <a:solidFill>
            <a:schemeClr val="bg2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EA288E3-48A0-7641-160B-C83126CA39B7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AE4BD8A-92DA-B434-1901-18C017E3C057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DE1A3F9-B62A-96BB-1D2B-15239462C410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95EB067-F3E2-5E48-7A0A-85FD41101790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7550561-AAFC-7611-8A25-7E9536280FF0}"/>
              </a:ext>
            </a:extLst>
          </p:cNvPr>
          <p:cNvGrpSpPr/>
          <p:nvPr/>
        </p:nvGrpSpPr>
        <p:grpSpPr>
          <a:xfrm>
            <a:off x="4059956" y="6154806"/>
            <a:ext cx="405205" cy="403087"/>
            <a:chOff x="442849" y="874643"/>
            <a:chExt cx="743358" cy="739472"/>
          </a:xfrm>
          <a:solidFill>
            <a:schemeClr val="bg2"/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FC4D63A-ABE6-B379-81B2-7C179AA770F3}"/>
                </a:ext>
              </a:extLst>
            </p:cNvPr>
            <p:cNvSpPr/>
            <p:nvPr userDrawn="1"/>
          </p:nvSpPr>
          <p:spPr>
            <a:xfrm>
              <a:off x="774148" y="87464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2FC07E3-90BB-B907-938A-314D3FFF1A81}"/>
                </a:ext>
              </a:extLst>
            </p:cNvPr>
            <p:cNvSpPr/>
            <p:nvPr userDrawn="1"/>
          </p:nvSpPr>
          <p:spPr>
            <a:xfrm rot="5400000">
              <a:off x="981902" y="1078948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23541E-6870-C617-722C-CB339C9E2A8E}"/>
                </a:ext>
              </a:extLst>
            </p:cNvPr>
            <p:cNvSpPr/>
            <p:nvPr userDrawn="1"/>
          </p:nvSpPr>
          <p:spPr>
            <a:xfrm rot="5400000">
              <a:off x="566536" y="1078949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44E61E3-81E4-B0DD-4295-60C8ADE99091}"/>
                </a:ext>
              </a:extLst>
            </p:cNvPr>
            <p:cNvSpPr/>
            <p:nvPr userDrawn="1"/>
          </p:nvSpPr>
          <p:spPr>
            <a:xfrm>
              <a:off x="774148" y="1286123"/>
              <a:ext cx="80617" cy="327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0" name="Picture 69" descr="A blue rectangle with a letter on it&#10;&#10;AI-generated content may be incorrect.">
            <a:extLst>
              <a:ext uri="{FF2B5EF4-FFF2-40B4-BE49-F238E27FC236}">
                <a16:creationId xmlns:a16="http://schemas.microsoft.com/office/drawing/2014/main" id="{79372EFB-40B5-ABAE-8BEF-BED5F84EC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2" y="6154399"/>
            <a:ext cx="402336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94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5474A5-165C-260A-3FC9-AFE80A4BCB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8767" y="5570623"/>
            <a:ext cx="4545496" cy="829655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Subtitle goes here and you should keep it to a minimum of three lines only as to not overwhelm the viewer</a:t>
            </a:r>
          </a:p>
        </p:txBody>
      </p:sp>
      <p:pic>
        <p:nvPicPr>
          <p:cNvPr id="13" name="Picture 12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857E11ED-BB65-FE01-3749-4DD87E976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95" y="458379"/>
            <a:ext cx="2616221" cy="62344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DC574B0-473E-F5F7-FED1-6DC9E8F78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319670"/>
            <a:ext cx="4738109" cy="353833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8BBC92-E853-14EA-7D6A-8B8FA2C524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0952921" y="5656492"/>
            <a:ext cx="657915" cy="65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81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2F3D3F0-2D78-7478-0040-E4AD32571EB4}"/>
              </a:ext>
            </a:extLst>
          </p:cNvPr>
          <p:cNvSpPr/>
          <p:nvPr/>
        </p:nvSpPr>
        <p:spPr>
          <a:xfrm>
            <a:off x="11023932" y="5693089"/>
            <a:ext cx="1157882" cy="1157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39435D-6D25-8BFE-A4D2-4F6E49B9BBF5}"/>
              </a:ext>
            </a:extLst>
          </p:cNvPr>
          <p:cNvGrpSpPr/>
          <p:nvPr/>
        </p:nvGrpSpPr>
        <p:grpSpPr>
          <a:xfrm>
            <a:off x="6709" y="0"/>
            <a:ext cx="12185292" cy="6858000"/>
            <a:chOff x="1274003" y="-77043"/>
            <a:chExt cx="11944157" cy="67222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1BDE13-F8E5-66E3-13A1-4DC39B058306}"/>
                </a:ext>
              </a:extLst>
            </p:cNvPr>
            <p:cNvSpPr/>
            <p:nvPr userDrawn="1"/>
          </p:nvSpPr>
          <p:spPr>
            <a:xfrm>
              <a:off x="1274003" y="1467678"/>
              <a:ext cx="2757970" cy="4031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DB3B33-B1CC-AD17-F468-44331E241100}"/>
                </a:ext>
              </a:extLst>
            </p:cNvPr>
            <p:cNvSpPr/>
            <p:nvPr userDrawn="1"/>
          </p:nvSpPr>
          <p:spPr>
            <a:xfrm>
              <a:off x="4027004" y="-77043"/>
              <a:ext cx="4031975" cy="154472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5E523A-1378-B9D9-A3A5-82952BEAAA4D}"/>
                </a:ext>
              </a:extLst>
            </p:cNvPr>
            <p:cNvSpPr/>
            <p:nvPr userDrawn="1"/>
          </p:nvSpPr>
          <p:spPr>
            <a:xfrm>
              <a:off x="8058979" y="1467678"/>
              <a:ext cx="4031975" cy="4031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CE8FCF-F143-ABC6-698B-EAC67C8A1CE9}"/>
                </a:ext>
              </a:extLst>
            </p:cNvPr>
            <p:cNvSpPr/>
            <p:nvPr userDrawn="1"/>
          </p:nvSpPr>
          <p:spPr>
            <a:xfrm>
              <a:off x="4027004" y="5499654"/>
              <a:ext cx="4031975" cy="11455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D5C1FA-4FBD-67B0-1ADB-2F27440302DC}"/>
                </a:ext>
              </a:extLst>
            </p:cNvPr>
            <p:cNvSpPr/>
            <p:nvPr userDrawn="1"/>
          </p:nvSpPr>
          <p:spPr>
            <a:xfrm>
              <a:off x="12090955" y="-70153"/>
              <a:ext cx="1127205" cy="151907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F1CA1B4-CAA3-B1B7-A896-40C7A2A869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7329" y="1878213"/>
            <a:ext cx="3634623" cy="1033118"/>
          </a:xfrm>
        </p:spPr>
        <p:txBody>
          <a:bodyPr anchor="t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Make the Modern Workplace Work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6433E2E-7552-4E28-C399-1D488234C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07328" y="4133627"/>
            <a:ext cx="3634623" cy="130482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>
                <a:effectLst/>
              </a:rPr>
              <a:t>Corem</a:t>
            </a:r>
            <a:r>
              <a:rPr lang="en-US">
                <a:effectLst/>
              </a:rPr>
              <a:t>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Nunc </a:t>
            </a:r>
            <a:r>
              <a:rPr lang="en-US" err="1">
                <a:effectLst/>
              </a:rPr>
              <a:t>vulputate</a:t>
            </a:r>
            <a:r>
              <a:rPr lang="en-US">
                <a:effectLst/>
              </a:rPr>
              <a:t> libero et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interdum</a:t>
            </a:r>
            <a:r>
              <a:rPr lang="en-US">
                <a:effectLst/>
              </a:rPr>
              <a:t>, ac </a:t>
            </a:r>
            <a:r>
              <a:rPr lang="en-US" err="1">
                <a:effectLst/>
              </a:rPr>
              <a:t>aliquet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odio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mattis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pic>
        <p:nvPicPr>
          <p:cNvPr id="19" name="Picture 18" descr="A blue rectangle with a letter on it&#10;&#10;AI-generated content may be incorrect.">
            <a:extLst>
              <a:ext uri="{FF2B5EF4-FFF2-40B4-BE49-F238E27FC236}">
                <a16:creationId xmlns:a16="http://schemas.microsoft.com/office/drawing/2014/main" id="{207A0E16-DBF8-4840-EE3A-FA885C2B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75906" cy="157590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CF8E70A-52FF-78F8-965C-157056FA25BF}"/>
              </a:ext>
            </a:extLst>
          </p:cNvPr>
          <p:cNvSpPr/>
          <p:nvPr/>
        </p:nvSpPr>
        <p:spPr>
          <a:xfrm>
            <a:off x="0" y="5738191"/>
            <a:ext cx="1258957" cy="1119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2CD6304-8E7C-2133-A210-D910245B6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28663" y="1595041"/>
            <a:ext cx="4108308" cy="409424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A7C535-F444-BF92-4DDB-42BD65B27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1382031" y="6062870"/>
            <a:ext cx="459817" cy="4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7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F8E70A-52FF-78F8-965C-157056FA25BF}"/>
              </a:ext>
            </a:extLst>
          </p:cNvPr>
          <p:cNvSpPr/>
          <p:nvPr/>
        </p:nvSpPr>
        <p:spPr>
          <a:xfrm>
            <a:off x="2982351" y="7116825"/>
            <a:ext cx="1258957" cy="1119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3D3F0-2D78-7478-0040-E4AD32571EB4}"/>
              </a:ext>
            </a:extLst>
          </p:cNvPr>
          <p:cNvSpPr/>
          <p:nvPr/>
        </p:nvSpPr>
        <p:spPr>
          <a:xfrm>
            <a:off x="10820399" y="5486400"/>
            <a:ext cx="13716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39435D-6D25-8BFE-A4D2-4F6E49B9BBF5}"/>
              </a:ext>
            </a:extLst>
          </p:cNvPr>
          <p:cNvGrpSpPr/>
          <p:nvPr/>
        </p:nvGrpSpPr>
        <p:grpSpPr>
          <a:xfrm>
            <a:off x="1139868" y="0"/>
            <a:ext cx="11052130" cy="6858000"/>
            <a:chOff x="4648452" y="405136"/>
            <a:chExt cx="8987223" cy="557669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DB3B33-B1CC-AD17-F468-44331E241100}"/>
                </a:ext>
              </a:extLst>
            </p:cNvPr>
            <p:cNvSpPr/>
            <p:nvPr userDrawn="1"/>
          </p:nvSpPr>
          <p:spPr>
            <a:xfrm>
              <a:off x="4648452" y="4866492"/>
              <a:ext cx="3429285" cy="11153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5E523A-1378-B9D9-A3A5-82952BEAAA4D}"/>
                </a:ext>
              </a:extLst>
            </p:cNvPr>
            <p:cNvSpPr/>
            <p:nvPr userDrawn="1"/>
          </p:nvSpPr>
          <p:spPr>
            <a:xfrm>
              <a:off x="8058979" y="405136"/>
              <a:ext cx="4461357" cy="446135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D5C1FA-4FBD-67B0-1ADB-2F27440302DC}"/>
                </a:ext>
              </a:extLst>
            </p:cNvPr>
            <p:cNvSpPr/>
            <p:nvPr userDrawn="1"/>
          </p:nvSpPr>
          <p:spPr>
            <a:xfrm>
              <a:off x="12520336" y="405136"/>
              <a:ext cx="1115339" cy="111533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F1CA1B4-CAA3-B1B7-A896-40C7A2A869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6562" y="484216"/>
            <a:ext cx="3983434" cy="1561595"/>
          </a:xfrm>
        </p:spPr>
        <p:txBody>
          <a:bodyPr anchor="b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Make the Modern Workplace Work Three Lines Max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6433E2E-7552-4E28-C399-1D488234C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6561" y="2326584"/>
            <a:ext cx="3983434" cy="2658775"/>
          </a:xfrm>
        </p:spPr>
        <p:txBody>
          <a:bodyPr anchor="t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>
                <a:effectLst/>
              </a:rPr>
              <a:t>Corem</a:t>
            </a:r>
            <a:r>
              <a:rPr lang="en-US">
                <a:effectLst/>
              </a:rPr>
              <a:t>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Nunc </a:t>
            </a:r>
            <a:r>
              <a:rPr lang="en-US" err="1">
                <a:effectLst/>
              </a:rPr>
              <a:t>vulputate</a:t>
            </a:r>
            <a:r>
              <a:rPr lang="en-US">
                <a:effectLst/>
              </a:rPr>
              <a:t> libero et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interdum</a:t>
            </a:r>
            <a:r>
              <a:rPr lang="en-US">
                <a:effectLst/>
              </a:rPr>
              <a:t>, ac </a:t>
            </a:r>
            <a:r>
              <a:rPr lang="en-US" err="1">
                <a:effectLst/>
              </a:rPr>
              <a:t>aliquet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odio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mattis</a:t>
            </a:r>
            <a:r>
              <a:rPr lang="en-US">
                <a:effectLst/>
              </a:rPr>
              <a:t>.</a:t>
            </a:r>
          </a:p>
          <a:p>
            <a:pPr lvl="0"/>
            <a:r>
              <a:rPr lang="en-US">
                <a:effectLst/>
              </a:rPr>
              <a:t>Nunc </a:t>
            </a:r>
            <a:r>
              <a:rPr lang="en-US" err="1">
                <a:effectLst/>
              </a:rPr>
              <a:t>vulputate</a:t>
            </a:r>
            <a:r>
              <a:rPr lang="en-US">
                <a:effectLst/>
              </a:rPr>
              <a:t> libero et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interdum</a:t>
            </a:r>
            <a:r>
              <a:rPr lang="en-US">
                <a:effectLst/>
              </a:rPr>
              <a:t>, ac </a:t>
            </a:r>
            <a:r>
              <a:rPr lang="en-US" err="1">
                <a:effectLst/>
              </a:rPr>
              <a:t>aliquet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odio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mattis</a:t>
            </a:r>
            <a:r>
              <a:rPr lang="en-US">
                <a:effectLst/>
              </a:rPr>
              <a:t>.</a:t>
            </a:r>
          </a:p>
          <a:p>
            <a:pPr lvl="0"/>
            <a:r>
              <a:rPr lang="en-PH"/>
              <a:t>Sed </a:t>
            </a:r>
            <a:r>
              <a:rPr lang="en-PH" err="1"/>
              <a:t>ut</a:t>
            </a:r>
            <a:r>
              <a:rPr lang="en-PH"/>
              <a:t> </a:t>
            </a:r>
            <a:r>
              <a:rPr lang="en-PH" err="1"/>
              <a:t>perspiciatis</a:t>
            </a:r>
            <a:r>
              <a:rPr lang="en-PH"/>
              <a:t> </a:t>
            </a:r>
            <a:r>
              <a:rPr lang="en-PH" err="1"/>
              <a:t>unde</a:t>
            </a:r>
            <a:r>
              <a:rPr lang="en-PH"/>
              <a:t> </a:t>
            </a:r>
            <a:r>
              <a:rPr lang="en-PH" err="1"/>
              <a:t>omnis</a:t>
            </a:r>
            <a:r>
              <a:rPr lang="en-PH"/>
              <a:t> </a:t>
            </a:r>
            <a:r>
              <a:rPr lang="en-PH" err="1"/>
              <a:t>iste</a:t>
            </a:r>
            <a:r>
              <a:rPr lang="en-PH"/>
              <a:t> </a:t>
            </a:r>
            <a:r>
              <a:rPr lang="en-PH" err="1"/>
              <a:t>natus</a:t>
            </a:r>
            <a:r>
              <a:rPr lang="en-PH"/>
              <a:t> error sit </a:t>
            </a:r>
            <a:r>
              <a:rPr lang="en-PH" err="1"/>
              <a:t>voluptatem</a:t>
            </a:r>
            <a:r>
              <a:rPr lang="en-PH"/>
              <a:t> </a:t>
            </a:r>
            <a:r>
              <a:rPr lang="en-PH" err="1"/>
              <a:t>accusantium</a:t>
            </a:r>
            <a:r>
              <a:rPr lang="en-PH"/>
              <a:t> </a:t>
            </a:r>
            <a:r>
              <a:rPr lang="en-PH" err="1"/>
              <a:t>laudantium</a:t>
            </a:r>
            <a:endParaRPr lang="en-US"/>
          </a:p>
        </p:txBody>
      </p:sp>
      <p:pic>
        <p:nvPicPr>
          <p:cNvPr id="19" name="Picture 18" descr="A blue rectangle with a letter on it&#10;&#10;AI-generated content may be incorrect.">
            <a:extLst>
              <a:ext uri="{FF2B5EF4-FFF2-40B4-BE49-F238E27FC236}">
                <a16:creationId xmlns:a16="http://schemas.microsoft.com/office/drawing/2014/main" id="{207A0E16-DBF8-4840-EE3A-FA885C2B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398"/>
            <a:ext cx="1371601" cy="1371601"/>
          </a:xfrm>
          <a:prstGeom prst="rect">
            <a:avLst/>
          </a:prstGeom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2CD6304-8E7C-2133-A210-D910245B6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57067" y="-5689"/>
            <a:ext cx="5463332" cy="546333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725AC09-EF00-A164-442C-F78D949E7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1195904" y="5860769"/>
            <a:ext cx="611782" cy="6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0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B39435D-6D25-8BFE-A4D2-4F6E49B9BBF5}"/>
              </a:ext>
            </a:extLst>
          </p:cNvPr>
          <p:cNvGrpSpPr/>
          <p:nvPr/>
        </p:nvGrpSpPr>
        <p:grpSpPr>
          <a:xfrm>
            <a:off x="0" y="-1"/>
            <a:ext cx="12198669" cy="6858001"/>
            <a:chOff x="1697162" y="340413"/>
            <a:chExt cx="11957269" cy="672228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1BDE13-F8E5-66E3-13A1-4DC39B058306}"/>
                </a:ext>
              </a:extLst>
            </p:cNvPr>
            <p:cNvSpPr/>
            <p:nvPr userDrawn="1"/>
          </p:nvSpPr>
          <p:spPr>
            <a:xfrm>
              <a:off x="1697162" y="1467678"/>
              <a:ext cx="527960" cy="4031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DB3B33-B1CC-AD17-F468-44331E241100}"/>
                </a:ext>
              </a:extLst>
            </p:cNvPr>
            <p:cNvSpPr/>
            <p:nvPr userDrawn="1"/>
          </p:nvSpPr>
          <p:spPr>
            <a:xfrm>
              <a:off x="2225123" y="340413"/>
              <a:ext cx="5833857" cy="112726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5E523A-1378-B9D9-A3A5-82952BEAAA4D}"/>
                </a:ext>
              </a:extLst>
            </p:cNvPr>
            <p:cNvSpPr/>
            <p:nvPr userDrawn="1"/>
          </p:nvSpPr>
          <p:spPr>
            <a:xfrm>
              <a:off x="8058979" y="1467678"/>
              <a:ext cx="4031975" cy="4031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CE8FCF-F143-ABC6-698B-EAC67C8A1CE9}"/>
                </a:ext>
              </a:extLst>
            </p:cNvPr>
            <p:cNvSpPr/>
            <p:nvPr userDrawn="1"/>
          </p:nvSpPr>
          <p:spPr>
            <a:xfrm>
              <a:off x="2225123" y="5499654"/>
              <a:ext cx="5833857" cy="15630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D5C1FA-4FBD-67B0-1ADB-2F27440302DC}"/>
                </a:ext>
              </a:extLst>
            </p:cNvPr>
            <p:cNvSpPr/>
            <p:nvPr userDrawn="1"/>
          </p:nvSpPr>
          <p:spPr>
            <a:xfrm>
              <a:off x="12090954" y="340414"/>
              <a:ext cx="1563477" cy="11085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A blue rectangle with a letter on it&#10;&#10;AI-generated content may be incorrect.">
            <a:extLst>
              <a:ext uri="{FF2B5EF4-FFF2-40B4-BE49-F238E27FC236}">
                <a16:creationId xmlns:a16="http://schemas.microsoft.com/office/drawing/2014/main" id="{207A0E16-DBF8-4840-EE3A-FA885C2B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384" y="5262958"/>
            <a:ext cx="1595041" cy="159504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CF8E70A-52FF-78F8-965C-157056FA25BF}"/>
              </a:ext>
            </a:extLst>
          </p:cNvPr>
          <p:cNvSpPr/>
          <p:nvPr/>
        </p:nvSpPr>
        <p:spPr>
          <a:xfrm>
            <a:off x="1" y="5282751"/>
            <a:ext cx="532864" cy="15752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2CD6304-8E7C-2133-A210-D910245B6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95473" y="1169155"/>
            <a:ext cx="4108155" cy="407488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B67AEB36-1AF8-0E95-C208-1350070F9A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6561" y="1405840"/>
            <a:ext cx="5361297" cy="1561595"/>
          </a:xfrm>
        </p:spPr>
        <p:txBody>
          <a:bodyPr anchor="b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Make the Modern Workplace Work Three Lines Max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DFAE2F5A-86A5-6DC8-C5E3-6DE22F2973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6561" y="3106455"/>
            <a:ext cx="5361296" cy="1878904"/>
          </a:xfrm>
        </p:spPr>
        <p:txBody>
          <a:bodyPr anchor="t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>
                <a:effectLst/>
              </a:rPr>
              <a:t>Corem</a:t>
            </a:r>
            <a:r>
              <a:rPr lang="en-US">
                <a:effectLst/>
              </a:rPr>
              <a:t>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Nunc </a:t>
            </a:r>
            <a:r>
              <a:rPr lang="en-US" err="1">
                <a:effectLst/>
              </a:rPr>
              <a:t>vulputate</a:t>
            </a:r>
            <a:r>
              <a:rPr lang="en-US">
                <a:effectLst/>
              </a:rPr>
              <a:t> libero et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interdum</a:t>
            </a:r>
            <a:r>
              <a:rPr lang="en-US">
                <a:effectLst/>
              </a:rPr>
              <a:t>, ac </a:t>
            </a:r>
            <a:r>
              <a:rPr lang="en-US" err="1">
                <a:effectLst/>
              </a:rPr>
              <a:t>aliquet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odio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mattis</a:t>
            </a:r>
            <a:r>
              <a:rPr lang="en-US">
                <a:effectLst/>
              </a:rPr>
              <a:t>.</a:t>
            </a:r>
          </a:p>
          <a:p>
            <a:pPr lvl="0"/>
            <a:r>
              <a:rPr lang="en-US">
                <a:effectLst/>
              </a:rPr>
              <a:t>Nunc </a:t>
            </a:r>
            <a:r>
              <a:rPr lang="en-US" err="1">
                <a:effectLst/>
              </a:rPr>
              <a:t>vulputate</a:t>
            </a:r>
            <a:r>
              <a:rPr lang="en-US">
                <a:effectLst/>
              </a:rPr>
              <a:t> libero et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interdum</a:t>
            </a:r>
            <a:r>
              <a:rPr lang="en-US">
                <a:effectLst/>
              </a:rPr>
              <a:t>, ac </a:t>
            </a:r>
            <a:r>
              <a:rPr lang="en-US" err="1">
                <a:effectLst/>
              </a:rPr>
              <a:t>aliquet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odio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mattis</a:t>
            </a:r>
            <a:r>
              <a:rPr lang="en-US">
                <a:effectLst/>
              </a:rPr>
              <a:t>.</a:t>
            </a:r>
          </a:p>
          <a:p>
            <a:pPr lvl="0"/>
            <a:r>
              <a:rPr lang="en-PH"/>
              <a:t>Sed </a:t>
            </a:r>
            <a:r>
              <a:rPr lang="en-PH" err="1"/>
              <a:t>ut</a:t>
            </a:r>
            <a:r>
              <a:rPr lang="en-PH"/>
              <a:t> </a:t>
            </a:r>
            <a:r>
              <a:rPr lang="en-PH" err="1"/>
              <a:t>perspiciatis</a:t>
            </a:r>
            <a:r>
              <a:rPr lang="en-PH"/>
              <a:t> </a:t>
            </a:r>
            <a:r>
              <a:rPr lang="en-PH" err="1"/>
              <a:t>unde</a:t>
            </a:r>
            <a:r>
              <a:rPr lang="en-PH"/>
              <a:t> </a:t>
            </a:r>
            <a:r>
              <a:rPr lang="en-PH" err="1"/>
              <a:t>omnis</a:t>
            </a:r>
            <a:r>
              <a:rPr lang="en-PH"/>
              <a:t> </a:t>
            </a:r>
            <a:r>
              <a:rPr lang="en-PH" err="1"/>
              <a:t>iste</a:t>
            </a:r>
            <a:r>
              <a:rPr lang="en-PH"/>
              <a:t> </a:t>
            </a:r>
            <a:r>
              <a:rPr lang="en-PH" err="1"/>
              <a:t>natus</a:t>
            </a:r>
            <a:r>
              <a:rPr lang="en-PH"/>
              <a:t> error sit </a:t>
            </a:r>
            <a:r>
              <a:rPr lang="en-PH" err="1"/>
              <a:t>voluptatem</a:t>
            </a:r>
            <a:r>
              <a:rPr lang="en-PH"/>
              <a:t> </a:t>
            </a:r>
            <a:r>
              <a:rPr lang="en-PH" err="1"/>
              <a:t>accusantium</a:t>
            </a:r>
            <a:r>
              <a:rPr lang="en-PH"/>
              <a:t> </a:t>
            </a:r>
            <a:r>
              <a:rPr lang="en-PH" err="1"/>
              <a:t>laudantium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3D3F0-2D78-7478-0040-E4AD32571EB4}"/>
              </a:ext>
            </a:extLst>
          </p:cNvPr>
          <p:cNvSpPr/>
          <p:nvPr/>
        </p:nvSpPr>
        <p:spPr>
          <a:xfrm>
            <a:off x="543838" y="11494"/>
            <a:ext cx="1116307" cy="11163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F571E3-5B9F-E234-E878-E0905DE0D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79167" y="352186"/>
            <a:ext cx="445648" cy="44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0E3F5-1DF9-6B66-2C5C-449FF79B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058EB-2851-C21D-BC6E-D0DD3467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4E2EF-3D2D-ACF1-AAD7-5FB0EDF3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F9504-BBB3-F81D-9ECE-E41595DB1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CD34F4E-7FB9-0EAB-EB2B-69D2A802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357C91-F4FC-C096-3B8A-8D193FE72AE5}"/>
              </a:ext>
            </a:extLst>
          </p:cNvPr>
          <p:cNvSpPr/>
          <p:nvPr userDrawn="1"/>
        </p:nvSpPr>
        <p:spPr>
          <a:xfrm>
            <a:off x="0" y="228600"/>
            <a:ext cx="12192000" cy="9144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64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3E23-4243-D90B-EAE8-C521E2CE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9875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F40E8-221E-E8D7-5E10-4E70A496A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7847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DA465-B14A-BB36-C2B0-ACF10ED9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CC1C-6057-08AA-AD4A-6CBF92366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C598E-6F24-D4A4-4EE8-8126C00C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2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A489-7D1B-0133-B8B2-8C9FDAE3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5794B-0D97-3762-CE8A-6E8929587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5661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/>
            </a:lvl1pPr>
            <a:lvl2pPr>
              <a:lnSpc>
                <a:spcPct val="100000"/>
              </a:lnSpc>
              <a:spcAft>
                <a:spcPts val="0"/>
              </a:spcAft>
              <a:defRPr/>
            </a:lvl2pPr>
            <a:lvl3pPr>
              <a:lnSpc>
                <a:spcPct val="100000"/>
              </a:lnSpc>
              <a:spcAft>
                <a:spcPts val="0"/>
              </a:spcAft>
              <a:defRPr/>
            </a:lvl3pPr>
            <a:lvl4pPr>
              <a:lnSpc>
                <a:spcPct val="100000"/>
              </a:lnSpc>
              <a:spcAft>
                <a:spcPts val="0"/>
              </a:spcAft>
              <a:defRPr/>
            </a:lvl4pPr>
            <a:lvl5pPr>
              <a:lnSpc>
                <a:spcPct val="100000"/>
              </a:lnSpc>
              <a:spcAft>
                <a:spcPts val="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49BDD-4E1C-3248-35E0-0CF3C398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566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AFC0-B44F-1149-1FCE-F7AB0AC8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8045B-DA1B-3124-C8B1-2D913475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FD4B5-A87F-1E1C-0209-19955477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DCB24-CCC4-7003-9B54-73862CBB83D0}"/>
              </a:ext>
            </a:extLst>
          </p:cNvPr>
          <p:cNvSpPr/>
          <p:nvPr userDrawn="1"/>
        </p:nvSpPr>
        <p:spPr>
          <a:xfrm>
            <a:off x="0" y="228600"/>
            <a:ext cx="12192000" cy="9144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2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A489-7D1B-0133-B8B2-8C9FDAE36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Two Column, 6 Icons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AFC0-B44F-1149-1FCE-F7AB0AC8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8045B-DA1B-3124-C8B1-2D913475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FD4B5-A87F-1E1C-0209-19955477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F1D685-1E99-98FE-2698-B0E582210B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8659" y="1970088"/>
            <a:ext cx="4114800" cy="11202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E256180-38BF-1783-F59E-8C192DD7BA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44202" y="1970088"/>
            <a:ext cx="4114800" cy="11202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AB14689-FD0A-C9F7-E0B2-36EF3B37E7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200" y="1970088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0F993AB0-6B78-FCA1-0A82-9F4F8E28AB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12058" y="1970088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54D3A28-981E-A254-89FB-60E8219D05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68659" y="3329891"/>
            <a:ext cx="4114800" cy="11202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 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446A93F-295E-7A48-6117-1B56ABA0CB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44202" y="3329891"/>
            <a:ext cx="4114800" cy="11202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B0C667F-49DE-5403-DC47-EABD5440D87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8200" y="3329891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D8A08501-B4C6-C409-9170-0353AF2D710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12058" y="3329891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55BD8A1-5FEF-4735-9282-94F21FCC6D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68659" y="4689694"/>
            <a:ext cx="4114800" cy="11202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7E376DF-7533-425C-127C-35554553D0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44202" y="4689694"/>
            <a:ext cx="4114800" cy="11202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90DFB5D8-27DA-3C27-121F-A9AB9B3EAD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8200" y="4689694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465C2F08-0A58-7B10-0A60-62E2EA574AD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12058" y="4689694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01190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A489-7D1B-0133-B8B2-8C9FDAE36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Three Column, 3 Icon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AFC0-B44F-1149-1FCE-F7AB0AC8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8045B-DA1B-3124-C8B1-2D913475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FD4B5-A87F-1E1C-0209-19955477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F1D685-1E99-98FE-2698-B0E582210B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998" y="3554260"/>
            <a:ext cx="3205602" cy="183193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AB14689-FD0A-C9F7-E0B2-36EF3B37E7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2998" y="2432202"/>
            <a:ext cx="871538" cy="871537"/>
          </a:xfrm>
        </p:spPr>
        <p:txBody>
          <a:bodyPr anchor="b" anchorCtr="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E40F2EF-7969-14DC-9C1F-2421F5CD2B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8198" y="3554257"/>
            <a:ext cx="3205602" cy="183193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82CDB456-B6BC-A037-A9C2-43084CA675B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48198" y="2432201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4BC69DC-400F-74CE-7A1A-CDD6F60B61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0598" y="3554257"/>
            <a:ext cx="3205602" cy="183193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3608C3B6-A4D3-8830-3311-19D0AC964DD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90598" y="2432202"/>
            <a:ext cx="871538" cy="8715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0097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7472-422E-0347-D53C-2594C1CB9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E3AC6-0580-8587-5057-4CC4E94BEA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F41FF-F7C1-7C09-1472-BB1BE0664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3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E13CA-F866-9979-06AB-E5448B6B41A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1608E-4161-6266-36D6-77DF8DD9C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3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499EF-92B7-E180-02DF-15CEDFCA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AF7243-D616-AE9B-9E6F-2A109530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2EE37-826D-F277-C9F7-E17AACDE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D6AAB7-9220-568B-F126-9F32DA43FBAE}"/>
              </a:ext>
            </a:extLst>
          </p:cNvPr>
          <p:cNvSpPr/>
          <p:nvPr userDrawn="1"/>
        </p:nvSpPr>
        <p:spPr>
          <a:xfrm>
            <a:off x="0" y="228600"/>
            <a:ext cx="12192000" cy="9144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95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6AFF-7A46-1D90-9532-BCFFD2BB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0095B-CC16-86D7-E9B6-1878EE75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B4C46-1132-3F0A-625A-49F0DA19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360E8-0FB7-7E87-27FB-F0C27DEC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35356-8F9F-D4CC-5F84-1A7B9A2A3D12}"/>
              </a:ext>
            </a:extLst>
          </p:cNvPr>
          <p:cNvSpPr/>
          <p:nvPr userDrawn="1"/>
        </p:nvSpPr>
        <p:spPr>
          <a:xfrm>
            <a:off x="0" y="228600"/>
            <a:ext cx="12192000" cy="9144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33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95597-E824-D40C-0F9C-90F0EE57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9A657E-F8B1-4EC3-904E-344829F5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F2AF2-B85E-2A7C-61B7-8E5025AC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72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9F66-E22A-C88F-B0B5-340262EC3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6B2CE-3BB2-27CA-E3EA-50A6EDF4C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375DC-180D-C99D-80E7-7A022C4E9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9E416-1645-FB5D-33C4-5885DFF9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5CF76-6F70-9D72-2AB0-FB10E5FD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C1740-EDA9-9B22-076A-15013D80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98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6CF3-8F96-B7B0-589C-B60A2DEB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C00F08-FA7A-60DD-9592-2D27ECC29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FF42E-74C4-9AFB-CE7E-8FC730D20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F08EE-D5A1-888A-0132-29E733E9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10/13/25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679C8-2C03-AE79-5921-4552040D8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03ECB-11F3-5858-7063-597D7C49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72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520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1A428-93DF-B6F1-58B1-D0483C07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CDECA-AE42-E76F-431F-71C54409C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88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D737F-EF0B-61B4-4A80-F804DC2D5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4216" y="6173787"/>
            <a:ext cx="21733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Host Grotesk" panose="020B0504030402000203" pitchFamily="34" charset="77"/>
              </a:defRPr>
            </a:lvl1pPr>
          </a:lstStyle>
          <a:p>
            <a:r>
              <a:rPr lang="en-US"/>
              <a:t>10/13/25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78AF4-6001-12BB-9B8B-A975CBA4E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378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Host Grotesk" panose="020B0504030402000203" pitchFamily="34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E8129-2F5A-57CB-691B-F6CD5011C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4426" y="61737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B4B3D-037E-3B47-B91B-B0DD5A8B0FE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white text on an orange background&#10;&#10;AI-generated content may be incorrect.">
            <a:extLst>
              <a:ext uri="{FF2B5EF4-FFF2-40B4-BE49-F238E27FC236}">
                <a16:creationId xmlns:a16="http://schemas.microsoft.com/office/drawing/2014/main" id="{4FC63440-F64B-C1C5-F9F4-010F046DE1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4374" y="6161512"/>
            <a:ext cx="403087" cy="403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7BC583-D6E4-209A-50DC-D7EB63FD3AD6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-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555" y="0"/>
            <a:ext cx="5368445" cy="6858000"/>
          </a:xfrm>
          <a:prstGeom prst="rect">
            <a:avLst/>
          </a:prstGeom>
        </p:spPr>
      </p:pic>
      <p:sp>
        <p:nvSpPr>
          <p:cNvPr id="10" name="fl">
            <a:extLst>
              <a:ext uri="{FF2B5EF4-FFF2-40B4-BE49-F238E27FC236}">
                <a16:creationId xmlns:a16="http://schemas.microsoft.com/office/drawing/2014/main" id="{0A2500C5-DF1D-55A5-53E2-6E83EBD39561}"/>
              </a:ext>
            </a:extLst>
          </p:cNvPr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37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ost Grotesk" panose="020B050403040200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Host Grotesk" panose="020B050403040200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Host Grotesk" panose="020B050403040200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Host Grotesk" panose="020B050403040200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Host Grotesk" panose="020B050403040200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Host Grotesk" panose="020B050403040200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96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  <p15:guide id="6" orient="horz" pos="144" userDrawn="1">
          <p15:clr>
            <a:srgbClr val="F26B43"/>
          </p15:clr>
        </p15:guide>
        <p15:guide id="7" orient="horz" pos="720" userDrawn="1">
          <p15:clr>
            <a:srgbClr val="F26B43"/>
          </p15:clr>
        </p15:guide>
        <p15:guide id="8" orient="horz" pos="7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gitlab.com/blog/2021/03/31/3-debugging-tips-we-learned-from-you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flickr.com/photos/56832361@N00/14986297892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emptageofthanet.co.uk/miscellany/family-history-detective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flickr.com/photos/kjarrett/414146314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7728"/>
            <a:ext cx="9144000" cy="1909763"/>
          </a:xfrm>
        </p:spPr>
        <p:txBody>
          <a:bodyPr anchor="b">
            <a:normAutofit/>
          </a:bodyPr>
          <a:lstStyle/>
          <a:p>
            <a:r>
              <a:rPr lang="en-US"/>
              <a:t>Mastering PowerShell Debugging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>
            <a:normAutofit/>
          </a:bodyPr>
          <a:lstStyle/>
          <a:p>
            <a:r>
              <a:rPr lang="en-US"/>
              <a:t>Because code is rarely perfect!</a:t>
            </a:r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FA200-8681-7C77-8A06-F894F0D5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9821DE8-0938-98EF-A6F0-B6963CB7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6522"/>
          </a:xfrm>
        </p:spPr>
        <p:txBody>
          <a:bodyPr anchor="ctr">
            <a:normAutofit/>
          </a:bodyPr>
          <a:lstStyle/>
          <a:p>
            <a:r>
              <a:rPr lang="en-US" dirty="0"/>
              <a:t>Today’s Agenda</a:t>
            </a:r>
          </a:p>
        </p:txBody>
      </p:sp>
      <p:graphicFrame>
        <p:nvGraphicFramePr>
          <p:cNvPr id="16" name="Content Placeholder 12">
            <a:extLst>
              <a:ext uri="{FF2B5EF4-FFF2-40B4-BE49-F238E27FC236}">
                <a16:creationId xmlns:a16="http://schemas.microsoft.com/office/drawing/2014/main" id="{ED2295AC-4B4F-A746-9C61-3D3FBBF7B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760387"/>
              </p:ext>
            </p:extLst>
          </p:nvPr>
        </p:nvGraphicFramePr>
        <p:xfrm>
          <a:off x="941717" y="1656272"/>
          <a:ext cx="10515600" cy="4261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267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6522"/>
          </a:xfrm>
        </p:spPr>
        <p:txBody>
          <a:bodyPr anchor="ctr">
            <a:normAutofit/>
          </a:bodyPr>
          <a:lstStyle/>
          <a:p>
            <a:r>
              <a:rPr lang="en-US"/>
              <a:t>Agenda</a:t>
            </a:r>
          </a:p>
        </p:txBody>
      </p:sp>
      <p:graphicFrame>
        <p:nvGraphicFramePr>
          <p:cNvPr id="16" name="Content Placeholder 12">
            <a:extLst>
              <a:ext uri="{FF2B5EF4-FFF2-40B4-BE49-F238E27FC236}">
                <a16:creationId xmlns:a16="http://schemas.microsoft.com/office/drawing/2014/main" id="{4CD52D21-3887-8442-D940-7E61AEE12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049446"/>
              </p:ext>
            </p:extLst>
          </p:nvPr>
        </p:nvGraphicFramePr>
        <p:xfrm>
          <a:off x="838200" y="1825625"/>
          <a:ext cx="10515600" cy="3988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371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C362-4970-2662-0C45-404AC22E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818522B-D48D-28E0-6177-DDF42EA1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6522"/>
          </a:xfrm>
        </p:spPr>
        <p:txBody>
          <a:bodyPr anchor="ctr">
            <a:normAutofit/>
          </a:bodyPr>
          <a:lstStyle/>
          <a:p>
            <a:r>
              <a:rPr lang="en-US" dirty="0"/>
              <a:t>Download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DD51-AE4A-F388-B988-33F9090CD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920049" cy="4216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https://github.com/jpscripter/PowershellDebugging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2E7D2-C57B-1FFA-EC58-263D9D38D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762" y="3126723"/>
            <a:ext cx="2514951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60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1933"/>
          </a:xfrm>
        </p:spPr>
        <p:txBody>
          <a:bodyPr anchor="ctr">
            <a:normAutofit/>
          </a:bodyPr>
          <a:lstStyle/>
          <a:p>
            <a:r>
              <a:rPr lang="en-US" b="0">
                <a:effectLst/>
              </a:rPr>
              <a:t>What is Code Debugging?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566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b="0">
                <a:effectLst/>
              </a:rPr>
              <a:t>Code debugging is just the practice of isolating code to make it easier to find the part of your code causing issues. </a:t>
            </a:r>
          </a:p>
          <a:p>
            <a:pPr>
              <a:lnSpc>
                <a:spcPct val="90000"/>
              </a:lnSpc>
            </a:pPr>
            <a:endParaRPr lang="en-US" sz="2400" b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b="0">
                <a:effectLst/>
              </a:rPr>
              <a:t>There are several techniques:</a:t>
            </a:r>
          </a:p>
          <a:p>
            <a:pPr lvl="1">
              <a:lnSpc>
                <a:spcPct val="90000"/>
              </a:lnSpc>
            </a:pPr>
            <a:r>
              <a:rPr lang="en-US" b="0">
                <a:effectLst/>
              </a:rPr>
              <a:t>Running code in segments</a:t>
            </a:r>
          </a:p>
          <a:p>
            <a:pPr lvl="1">
              <a:lnSpc>
                <a:spcPct val="90000"/>
              </a:lnSpc>
            </a:pPr>
            <a:r>
              <a:rPr lang="en-US"/>
              <a:t>Break code into smaller chunks </a:t>
            </a:r>
          </a:p>
          <a:p>
            <a:pPr lvl="1">
              <a:lnSpc>
                <a:spcPct val="90000"/>
              </a:lnSpc>
            </a:pPr>
            <a:r>
              <a:rPr lang="en-US" b="0">
                <a:effectLst/>
              </a:rPr>
              <a:t>Logging </a:t>
            </a:r>
          </a:p>
          <a:p>
            <a:pPr lvl="1">
              <a:lnSpc>
                <a:spcPct val="90000"/>
              </a:lnSpc>
            </a:pPr>
            <a:r>
              <a:rPr lang="en-US" b="0">
                <a:effectLst/>
              </a:rPr>
              <a:t>Write targeted tests</a:t>
            </a:r>
          </a:p>
          <a:p>
            <a:pPr lvl="1">
              <a:lnSpc>
                <a:spcPct val="90000"/>
              </a:lnSpc>
            </a:pPr>
            <a:r>
              <a:rPr lang="en-US"/>
              <a:t>D</a:t>
            </a:r>
            <a:r>
              <a:rPr lang="en-US" b="0">
                <a:effectLst/>
              </a:rPr>
              <a:t>ebugger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B3CF87-9CFB-4566-B8BD-12C111427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3012" r="-2" b="16354"/>
          <a:stretch>
            <a:fillRect/>
          </a:stretch>
        </p:blipFill>
        <p:spPr>
          <a:xfrm>
            <a:off x="6172200" y="1825625"/>
            <a:ext cx="5181600" cy="395661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83D34-BAA0-476B-A22B-AFCCE5718220}"/>
              </a:ext>
            </a:extLst>
          </p:cNvPr>
          <p:cNvSpPr txBox="1"/>
          <p:nvPr/>
        </p:nvSpPr>
        <p:spPr>
          <a:xfrm>
            <a:off x="8716540" y="5582180"/>
            <a:ext cx="26372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about.gitlab.com/blog/2021/03/31/3-debugging-tips-we-learned-from-you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72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49468"/>
          </a:xfrm>
        </p:spPr>
        <p:txBody>
          <a:bodyPr anchor="ctr">
            <a:normAutofit/>
          </a:bodyPr>
          <a:lstStyle/>
          <a:p>
            <a:r>
              <a:rPr lang="en-US" b="0">
                <a:effectLst/>
              </a:rPr>
              <a:t>Logging and Tracing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56610"/>
          </a:xfrm>
        </p:spPr>
        <p:txBody>
          <a:bodyPr>
            <a:normAutofit/>
          </a:bodyPr>
          <a:lstStyle/>
          <a:p>
            <a:r>
              <a:rPr lang="en-US" b="0" dirty="0">
                <a:effectLst/>
              </a:rPr>
              <a:t>Start-Transcript</a:t>
            </a:r>
          </a:p>
          <a:p>
            <a:pPr lvl="1"/>
            <a:r>
              <a:rPr lang="en-US" sz="2800" b="0" dirty="0">
                <a:effectLst/>
              </a:rPr>
              <a:t>The easiest way to do logging.</a:t>
            </a:r>
          </a:p>
          <a:p>
            <a:endParaRPr lang="en-US" dirty="0"/>
          </a:p>
          <a:p>
            <a:r>
              <a:rPr lang="en-US" b="0" dirty="0">
                <a:effectLst/>
              </a:rPr>
              <a:t>Set-</a:t>
            </a:r>
            <a:r>
              <a:rPr lang="en-US" b="0" dirty="0" err="1">
                <a:effectLst/>
              </a:rPr>
              <a:t>PSDebug</a:t>
            </a:r>
            <a:r>
              <a:rPr lang="en-US" b="0" dirty="0">
                <a:effectLst/>
              </a:rPr>
              <a:t> </a:t>
            </a:r>
          </a:p>
          <a:p>
            <a:pPr lvl="1"/>
            <a:r>
              <a:rPr lang="en-US" sz="2800" b="0" dirty="0">
                <a:effectLst/>
              </a:rPr>
              <a:t> Great for watching what PowerShell is doing at every step.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C710D-DA65-4A98-947A-9A9E14439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779" y="1825625"/>
            <a:ext cx="2960442" cy="39566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487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1524000" y="1867728"/>
            <a:ext cx="9144000" cy="1909763"/>
          </a:xfrm>
        </p:spPr>
        <p:txBody>
          <a:bodyPr anchor="b">
            <a:normAutofit/>
          </a:bodyPr>
          <a:lstStyle/>
          <a:p>
            <a:r>
              <a:rPr lang="en-US" dirty="0"/>
              <a:t>L</a:t>
            </a:r>
            <a:r>
              <a:rPr lang="en-US" b="0" dirty="0">
                <a:effectLst/>
              </a:rPr>
              <a:t>ogging and Tracing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LIVE DEMO!!</a:t>
            </a:r>
            <a:endParaRPr lang="en-US" b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8199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6522"/>
          </a:xfrm>
        </p:spPr>
        <p:txBody>
          <a:bodyPr anchor="ctr">
            <a:normAutofit/>
          </a:bodyPr>
          <a:lstStyle/>
          <a:p>
            <a:r>
              <a:rPr lang="en-US" b="0">
                <a:effectLst/>
              </a:rPr>
              <a:t>Why use the debugger?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5661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0">
                <a:effectLst/>
              </a:rPr>
              <a:t>It lets you interact with the code while running!</a:t>
            </a:r>
          </a:p>
          <a:p>
            <a:pPr>
              <a:lnSpc>
                <a:spcPct val="90000"/>
              </a:lnSpc>
            </a:pPr>
            <a:r>
              <a:rPr lang="en-US" b="0">
                <a:effectLst/>
              </a:rPr>
              <a:t>Shows you the status of variables.</a:t>
            </a:r>
          </a:p>
          <a:p>
            <a:pPr>
              <a:lnSpc>
                <a:spcPct val="90000"/>
              </a:lnSpc>
            </a:pPr>
            <a:r>
              <a:rPr lang="en-US" b="0">
                <a:effectLst/>
              </a:rPr>
              <a:t>Stop at the commands, specific lines or Variable updates you want.</a:t>
            </a:r>
          </a:p>
          <a:p>
            <a:pPr>
              <a:lnSpc>
                <a:spcPct val="90000"/>
              </a:lnSpc>
            </a:pPr>
            <a:r>
              <a:rPr lang="en-US"/>
              <a:t>D</a:t>
            </a:r>
            <a:r>
              <a:rPr lang="en-US" b="0">
                <a:effectLst/>
              </a:rPr>
              <a:t>ive into a module context and other hard to reach contexts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81F490-7A25-4AFF-80F6-AF2AD39B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70455"/>
            <a:ext cx="5181600" cy="22669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082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CBEF28-88C7-EF94-D79B-47D55F41CCB6}"/>
              </a:ext>
            </a:extLst>
          </p:cNvPr>
          <p:cNvSpPr/>
          <p:nvPr/>
        </p:nvSpPr>
        <p:spPr>
          <a:xfrm flipH="1" flipV="1">
            <a:off x="514710" y="1466553"/>
            <a:ext cx="11162580" cy="50263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highlight>
                <a:srgbClr val="C0C0C0"/>
              </a:highlight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609600" y="1703070"/>
            <a:ext cx="2773680" cy="4354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 err="1">
                <a:effectLst/>
                <a:latin typeface="Consolas" panose="020B0609020204030204" pitchFamily="49" charset="0"/>
              </a:rPr>
              <a:t>PowerShell_ISE</a:t>
            </a:r>
            <a:endParaRPr lang="en-US" sz="24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Built in and ready to go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Hovering over variables shows value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highlights the step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701"/>
          </a:xfrm>
        </p:spPr>
        <p:txBody>
          <a:bodyPr>
            <a:normAutofit/>
          </a:bodyPr>
          <a:lstStyle/>
          <a:p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Ways to Use the debugger?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B4E1E726-DAAA-4014-AD9E-632AC0FC66DA}"/>
              </a:ext>
            </a:extLst>
          </p:cNvPr>
          <p:cNvSpPr txBox="1">
            <a:spLocks/>
          </p:cNvSpPr>
          <p:nvPr/>
        </p:nvSpPr>
        <p:spPr>
          <a:xfrm>
            <a:off x="8316191" y="1703070"/>
            <a:ext cx="3266209" cy="43548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chemeClr val="tx2"/>
                </a:solidFill>
                <a:latin typeface="Consolas" panose="020B0609020204030204" pitchFamily="49" charset="0"/>
              </a:rPr>
              <a:t>CommandLine</a:t>
            </a:r>
            <a:endParaRPr lang="en-US" sz="2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The most amount of control</a:t>
            </a:r>
          </a:p>
          <a:p>
            <a:r>
              <a:rPr lang="en-US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Useful anywhere you can be interactive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Wait-Debugger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Set-</a:t>
            </a:r>
            <a:r>
              <a:rPr lang="en-US" sz="200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PSBreakpoint</a:t>
            </a:r>
            <a:endParaRPr lang="en-US" sz="200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200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Debug-Job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G</a:t>
            </a:r>
            <a:r>
              <a:rPr lang="en-US" sz="200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et-</a:t>
            </a:r>
            <a:r>
              <a:rPr lang="en-US" sz="200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PSCallstack</a:t>
            </a:r>
            <a:endParaRPr lang="en-US" sz="200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5EBB35-6B73-4B3F-889C-DA7D59BEAA47}"/>
              </a:ext>
            </a:extLst>
          </p:cNvPr>
          <p:cNvSpPr txBox="1">
            <a:spLocks/>
          </p:cNvSpPr>
          <p:nvPr/>
        </p:nvSpPr>
        <p:spPr>
          <a:xfrm>
            <a:off x="4333009" y="1703070"/>
            <a:ext cx="2507673" cy="43548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err="1">
                <a:solidFill>
                  <a:schemeClr val="tx2"/>
                </a:solidFill>
                <a:latin typeface="Consolas" panose="020B0609020204030204" pitchFamily="49" charset="0"/>
              </a:rPr>
              <a:t>VSCode</a:t>
            </a:r>
            <a:endParaRPr lang="en-US" sz="240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Built in but needs some configuration</a:t>
            </a:r>
          </a:p>
          <a:p>
            <a:pPr lvl="1"/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Attach</a:t>
            </a:r>
          </a:p>
          <a:p>
            <a:pPr lvl="1"/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Interactive</a:t>
            </a:r>
          </a:p>
          <a:p>
            <a:pPr lvl="1"/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Launch</a:t>
            </a:r>
          </a:p>
          <a:p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Shows </a:t>
            </a:r>
            <a:r>
              <a:rPr lang="en-US" b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variables</a:t>
            </a:r>
          </a:p>
          <a:p>
            <a:r>
              <a:rPr lang="en-US" b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List and edit breakpoints</a:t>
            </a:r>
          </a:p>
          <a:p>
            <a:endParaRPr lang="en-US" sz="220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06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1524000" y="1867728"/>
            <a:ext cx="9144000" cy="1909763"/>
          </a:xfrm>
        </p:spPr>
        <p:txBody>
          <a:bodyPr anchor="b">
            <a:normAutofit/>
          </a:bodyPr>
          <a:lstStyle/>
          <a:p>
            <a:r>
              <a:rPr lang="en-US" b="0" dirty="0">
                <a:effectLst/>
              </a:rPr>
              <a:t>How to use the debugger? </a:t>
            </a:r>
            <a:br>
              <a:rPr lang="en-US" b="0" dirty="0">
                <a:effectLst/>
              </a:rPr>
            </a:br>
            <a:r>
              <a:rPr lang="en-US" b="0" dirty="0">
                <a:effectLst/>
              </a:rPr>
              <a:t>ISE and </a:t>
            </a:r>
            <a:r>
              <a:rPr lang="en-US" b="0" dirty="0" err="1">
                <a:effectLst/>
              </a:rPr>
              <a:t>VSCode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LIVE DEMO!!</a:t>
            </a:r>
            <a:endParaRPr lang="en-US" b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032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5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>
                <a:effectLst/>
                <a:latin typeface="Host Grotesk" panose="020B0504030402000203" pitchFamily="34" charset="77"/>
                <a:ea typeface="+mj-ea"/>
                <a:cs typeface="+mj-cs"/>
              </a:rPr>
              <a:t>Tips and Tricks</a:t>
            </a:r>
          </a:p>
        </p:txBody>
      </p:sp>
      <p:pic>
        <p:nvPicPr>
          <p:cNvPr id="2050" name="Picture 2" descr="Tips # 21 - Imgflip">
            <a:extLst>
              <a:ext uri="{FF2B5EF4-FFF2-40B4-BE49-F238E27FC236}">
                <a16:creationId xmlns:a16="http://schemas.microsoft.com/office/drawing/2014/main" id="{98B0127C-1E2D-A331-F1F2-9FAC0B85D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9" b="16132"/>
          <a:stretch>
            <a:fillRect/>
          </a:stretch>
        </p:blipFill>
        <p:spPr bwMode="auto">
          <a:xfrm>
            <a:off x="6172200" y="1825625"/>
            <a:ext cx="5181600" cy="395661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B4E1E726-DAAA-4014-AD9E-632AC0FC66D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39566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Try Catch for finding Intermittent issues</a:t>
            </a:r>
          </a:p>
          <a:p>
            <a:pPr marL="0" lvl="1" indent="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Try{</a:t>
            </a:r>
            <a:r>
              <a:rPr lang="en-US" sz="2000" b="0" dirty="0" err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YourCode</a:t>
            </a:r>
            <a:r>
              <a:rPr lang="en-US" sz="20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}Catch{Wait-Debugger}</a:t>
            </a:r>
          </a:p>
          <a:p>
            <a:pPr marL="228600" lvl="1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Host Grotesk" panose="020B0504030402000203" pitchFamily="34" charset="77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Conditional Triggers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Set-</a:t>
            </a:r>
            <a:r>
              <a:rPr lang="en-US" b="0" dirty="0" err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PSBreakpoint</a:t>
            </a:r>
            <a:r>
              <a:rPr lang="en-US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 -Variable counter -Action {If ($Counter -eq 1){Break}}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b="0" dirty="0">
              <a:solidFill>
                <a:schemeClr val="tx2"/>
              </a:solidFill>
              <a:effectLst/>
              <a:latin typeface="Host Grotesk" panose="020B0504030402000203" pitchFamily="34" charset="77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Interactive warning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Set-</a:t>
            </a:r>
            <a:r>
              <a:rPr lang="en-US" b="0" dirty="0" err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PSBreakpoint</a:t>
            </a:r>
            <a:r>
              <a:rPr lang="en-US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 -Variable 'Counter' -Action {Write-Warning -Message "Counter = $Counter"}</a:t>
            </a:r>
          </a:p>
        </p:txBody>
      </p:sp>
    </p:spTree>
    <p:extLst>
      <p:ext uri="{BB962C8B-B14F-4D97-AF65-F5344CB8AC3E}">
        <p14:creationId xmlns:p14="http://schemas.microsoft.com/office/powerpoint/2010/main" val="3634309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50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>
                <a:effectLst/>
                <a:latin typeface="Host Grotesk" panose="020B0504030402000203" pitchFamily="34" charset="77"/>
                <a:ea typeface="+mj-ea"/>
                <a:cs typeface="+mj-cs"/>
              </a:rPr>
              <a:t>Remote Debugging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B4E1E726-DAAA-4014-AD9E-632AC0FC66D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Useful when troubleshooting scripts running non-interactively.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Can debug on remote system.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Can debug processes running under different accounts like system.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1">
              <a:solidFill>
                <a:schemeClr val="tx2"/>
              </a:solidFill>
              <a:effectLst/>
              <a:latin typeface="Host Grotesk" panose="020B0504030402000203" pitchFamily="34" charset="77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Key Commands</a:t>
            </a:r>
            <a:endParaRPr lang="en-US" sz="1800" b="0">
              <a:solidFill>
                <a:schemeClr val="tx2"/>
              </a:solidFill>
              <a:effectLst/>
              <a:latin typeface="Host Grotesk" panose="020B0504030402000203" pitchFamily="34" charset="77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Get-PSHostProcessInfo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Enter-PSHostProcess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get-Runspace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Debug-Runspace</a:t>
            </a:r>
          </a:p>
        </p:txBody>
      </p:sp>
      <p:pic>
        <p:nvPicPr>
          <p:cNvPr id="9" name="Picture 8" descr="A dog sitting on a rug next to a plate of food&#10;&#10;Description automatically generated with medium confidence">
            <a:extLst>
              <a:ext uri="{FF2B5EF4-FFF2-40B4-BE49-F238E27FC236}">
                <a16:creationId xmlns:a16="http://schemas.microsoft.com/office/drawing/2014/main" id="{08483BFC-6D1D-4EA1-BBFD-399C0C59F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01224" y="1825625"/>
            <a:ext cx="3323552" cy="395661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F96491-980A-441B-A313-317B8246907B}"/>
              </a:ext>
            </a:extLst>
          </p:cNvPr>
          <p:cNvSpPr txBox="1"/>
          <p:nvPr/>
        </p:nvSpPr>
        <p:spPr>
          <a:xfrm>
            <a:off x="7946212" y="5582180"/>
            <a:ext cx="247856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www.flickr.com/photos/56832361@N00/1498629789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653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1524000" y="1867728"/>
            <a:ext cx="9144000" cy="1909763"/>
          </a:xfrm>
        </p:spPr>
        <p:txBody>
          <a:bodyPr anchor="b">
            <a:normAutofit/>
          </a:bodyPr>
          <a:lstStyle/>
          <a:p>
            <a:r>
              <a:rPr lang="en-US" b="0">
                <a:effectLst/>
              </a:rPr>
              <a:t>Remote Debugging: Remote Scripts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LIVE DEMO!!</a:t>
            </a:r>
            <a:endParaRPr lang="en-US" b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8532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50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>
                <a:effectLst/>
                <a:latin typeface="Host Grotesk" panose="020B0504030402000203" pitchFamily="34" charset="77"/>
                <a:ea typeface="+mj-ea"/>
                <a:cs typeface="+mj-cs"/>
              </a:rPr>
              <a:t>A few last Things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B4E1E726-DAAA-4014-AD9E-632AC0FC66D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You must be an admin or the same user to enter the </a:t>
            </a:r>
            <a:r>
              <a:rPr lang="en-US" sz="2800" b="0" dirty="0" err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HostProcess</a:t>
            </a:r>
            <a:r>
              <a:rPr lang="en-US" sz="28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 </a:t>
            </a:r>
          </a:p>
          <a:p>
            <a:pPr marL="228600" indent="-228600" defTabSz="9144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Holds the remote </a:t>
            </a:r>
            <a:r>
              <a:rPr lang="en-US" sz="2800" b="0" dirty="0" err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runspace</a:t>
            </a:r>
            <a:r>
              <a:rPr lang="en-US" sz="28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 up until you detach</a:t>
            </a:r>
          </a:p>
          <a:p>
            <a:pPr marL="228600" indent="-228600" defTabSz="9144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Errors Easily. Be patient!</a:t>
            </a:r>
          </a:p>
          <a:p>
            <a:pPr marL="228600" indent="-228600" defTabSz="9144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Integrated consoles are your friend</a:t>
            </a:r>
          </a:p>
        </p:txBody>
      </p:sp>
      <p:pic>
        <p:nvPicPr>
          <p:cNvPr id="3" name="Picture 2" descr="A cat sitting on the ground&#10;&#10;Description automatically generated with low confidence">
            <a:extLst>
              <a:ext uri="{FF2B5EF4-FFF2-40B4-BE49-F238E27FC236}">
                <a16:creationId xmlns:a16="http://schemas.microsoft.com/office/drawing/2014/main" id="{0C7D6ED9-AE82-4C78-BB97-CC029C932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172200" y="2039330"/>
            <a:ext cx="5181600" cy="352919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59BAB0-55AE-474E-8070-1D2D41855E41}"/>
              </a:ext>
            </a:extLst>
          </p:cNvPr>
          <p:cNvSpPr txBox="1"/>
          <p:nvPr/>
        </p:nvSpPr>
        <p:spPr>
          <a:xfrm>
            <a:off x="8548224" y="5368474"/>
            <a:ext cx="28055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emptageofthanet.co.uk/miscellany/family-history-detectiv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235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>
                <a:effectLst/>
                <a:latin typeface="Host Grotesk" panose="020B0504030402000203" pitchFamily="34" charset="77"/>
                <a:ea typeface="+mj-ea"/>
                <a:cs typeface="+mj-cs"/>
              </a:rPr>
              <a:t>Concerned?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B4E1E726-DAAA-4014-AD9E-632AC0FC66D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You need to have admin access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This is hard to automate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Timing is super difficult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You can disable debugging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ost Grotesk" panose="020B0504030402000203" pitchFamily="34" charset="77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chemeClr val="tx2"/>
              </a:solidFill>
              <a:effectLst/>
              <a:latin typeface="Host Grotesk" panose="020B0504030402000203" pitchFamily="34" charset="77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$</a:t>
            </a:r>
            <a:r>
              <a:rPr lang="en-US" sz="2400" b="0" dirty="0" err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Host.Runspace.Debugger.SetDebugMode</a:t>
            </a:r>
            <a:r>
              <a:rPr lang="en-US" sz="24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([</a:t>
            </a:r>
            <a:r>
              <a:rPr lang="en-US" sz="2400" b="0" dirty="0" err="1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System.Management.Automation.DebugModes</a:t>
            </a:r>
            <a:r>
              <a:rPr lang="en-US" sz="2400" b="0" dirty="0">
                <a:solidFill>
                  <a:schemeClr val="tx2"/>
                </a:solidFill>
                <a:effectLst/>
                <a:latin typeface="Host Grotesk" panose="020B0504030402000203" pitchFamily="34" charset="77"/>
              </a:rPr>
              <a:t>]::None)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chemeClr val="tx2"/>
              </a:solidFill>
              <a:effectLst/>
              <a:latin typeface="Host Grotesk" panose="020B050403040200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D3E5B1-6953-37DE-A40B-E6A53944F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57797" y="1825625"/>
            <a:ext cx="3610406" cy="395661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A04D5B-484C-B8BE-0F64-A59E8788E7B9}"/>
              </a:ext>
            </a:extLst>
          </p:cNvPr>
          <p:cNvSpPr txBox="1"/>
          <p:nvPr/>
        </p:nvSpPr>
        <p:spPr>
          <a:xfrm>
            <a:off x="8089639" y="5582180"/>
            <a:ext cx="247856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www.flickr.com/photos/kjarrett/4141463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252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32783D5-4589-5432-25E4-4C12FF879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7728"/>
            <a:ext cx="9144000" cy="1909763"/>
          </a:xfrm>
        </p:spPr>
        <p:txBody>
          <a:bodyPr/>
          <a:lstStyle/>
          <a:p>
            <a:r>
              <a:rPr lang="en-US"/>
              <a:t>Q &amp; A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FC406D7-F692-8D50-CAB9-1FDE62C6A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9567"/>
            <a:ext cx="9144000" cy="99314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60574"/>
      </p:ext>
    </p:extLst>
  </p:cSld>
  <p:clrMapOvr>
    <a:masterClrMapping/>
  </p:clrMapOvr>
</p:sld>
</file>

<file path=ppt/theme/theme1.xml><?xml version="1.0" encoding="utf-8"?>
<a:theme xmlns:a="http://schemas.openxmlformats.org/drawingml/2006/main" name="Recast Core">
  <a:themeElements>
    <a:clrScheme name="Recast">
      <a:dk1>
        <a:srgbClr val="161F5B"/>
      </a:dk1>
      <a:lt1>
        <a:srgbClr val="FFFFFF"/>
      </a:lt1>
      <a:dk2>
        <a:srgbClr val="1F289C"/>
      </a:dk2>
      <a:lt2>
        <a:srgbClr val="E1E9F9"/>
      </a:lt2>
      <a:accent1>
        <a:srgbClr val="0371FF"/>
      </a:accent1>
      <a:accent2>
        <a:srgbClr val="F05928"/>
      </a:accent2>
      <a:accent3>
        <a:srgbClr val="6E75B1"/>
      </a:accent3>
      <a:accent4>
        <a:srgbClr val="30D1FF"/>
      </a:accent4>
      <a:accent5>
        <a:srgbClr val="B2B5E5"/>
      </a:accent5>
      <a:accent6>
        <a:srgbClr val="FF7300"/>
      </a:accent6>
      <a:hlink>
        <a:srgbClr val="4678C7"/>
      </a:hlink>
      <a:folHlink>
        <a:srgbClr val="96607D"/>
      </a:folHlink>
    </a:clrScheme>
    <a:fontScheme name="Recast Font">
      <a:majorFont>
        <a:latin typeface="Host Grotesk Medium"/>
        <a:ea typeface=""/>
        <a:cs typeface=""/>
      </a:majorFont>
      <a:minorFont>
        <a:latin typeface="Host Grotes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17" ma:contentTypeDescription="Create a new document." ma:contentTypeScope="" ma:versionID="f57547c7fa236cedaa13bdb688235764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f282da3479c417e59db983a63c318b4a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9099B0-B9E3-45A6-848D-7EA25626C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F96CB3-579C-4369-8AB2-D91B353AC245}">
  <ds:schemaRefs>
    <ds:schemaRef ds:uri="0f628621-369a-46c7-83bd-de17ca407533"/>
    <ds:schemaRef ds:uri="994c1987-0261-432a-b2ef-a9da39f1b5e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D3B911F-1F1C-4595-9C0F-77A813F570F4}">
  <ds:schemaRefs>
    <ds:schemaRef ds:uri="0f628621-369a-46c7-83bd-de17ca407533"/>
    <ds:schemaRef ds:uri="994c1987-0261-432a-b2ef-a9da39f1b5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Recast Core</Template>
  <TotalTime>0</TotalTime>
  <Words>1211</Words>
  <Application>Microsoft Office PowerPoint</Application>
  <PresentationFormat>Widescreen</PresentationFormat>
  <Paragraphs>230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Host Grotesk</vt:lpstr>
      <vt:lpstr>Recast Core</vt:lpstr>
      <vt:lpstr>Mastering PowerShell Debugging Techniques</vt:lpstr>
      <vt:lpstr>Today’s Agenda</vt:lpstr>
      <vt:lpstr>Agenda</vt:lpstr>
      <vt:lpstr>Download Examples</vt:lpstr>
      <vt:lpstr>What is Code Debugging?</vt:lpstr>
      <vt:lpstr>Logging and Tracing</vt:lpstr>
      <vt:lpstr>Logging and Tracing</vt:lpstr>
      <vt:lpstr>Why use the debugger?</vt:lpstr>
      <vt:lpstr>Ways to Use the debugger?</vt:lpstr>
      <vt:lpstr>How to use the debugger?  ISE and VSCode</vt:lpstr>
      <vt:lpstr>Tips and Tricks</vt:lpstr>
      <vt:lpstr>Remote Debugging</vt:lpstr>
      <vt:lpstr>Remote Debugging: Remote Scripts</vt:lpstr>
      <vt:lpstr>A few last Things</vt:lpstr>
      <vt:lpstr>Concerned?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dc:creator>jeff scripter</dc:creator>
  <cp:keywords>No Restrictions</cp:keywords>
  <cp:lastModifiedBy>Jeff Scripter</cp:lastModifiedBy>
  <cp:revision>2</cp:revision>
  <dcterms:created xsi:type="dcterms:W3CDTF">2022-04-30T15:02:16Z</dcterms:created>
  <dcterms:modified xsi:type="dcterms:W3CDTF">2025-12-04T00:01:53Z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086be151-57ff-4b83-a01c-b22948221ca2</vt:lpwstr>
  </property>
  <property fmtid="{D5CDD505-2E9C-101B-9397-08002B2CF9AE}" pid="3" name="Document Creator">
    <vt:lpwstr/>
  </property>
  <property fmtid="{D5CDD505-2E9C-101B-9397-08002B2CF9AE}" pid="4" name="Document Editor">
    <vt:lpwstr/>
  </property>
  <property fmtid="{D5CDD505-2E9C-101B-9397-08002B2CF9AE}" pid="5" name="Classification">
    <vt:lpwstr>No Restrictions</vt:lpwstr>
  </property>
  <property fmtid="{D5CDD505-2E9C-101B-9397-08002B2CF9AE}" pid="6" name="Sublabels">
    <vt:lpwstr/>
  </property>
  <property fmtid="{D5CDD505-2E9C-101B-9397-08002B2CF9AE}" pid="7" name="ContentTypeId">
    <vt:lpwstr>0x010100066787FB9552CF40BFF026EAAC52FBCA</vt:lpwstr>
  </property>
  <property fmtid="{D5CDD505-2E9C-101B-9397-08002B2CF9AE}" pid="8" name="MediaServiceImageTags">
    <vt:lpwstr/>
  </property>
</Properties>
</file>